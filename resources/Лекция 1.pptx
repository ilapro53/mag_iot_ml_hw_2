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19"/>
  </p:notesMasterIdLst>
  <p:sldIdLst>
    <p:sldId id="344" r:id="rId2"/>
    <p:sldId id="346" r:id="rId3"/>
    <p:sldId id="320" r:id="rId4"/>
    <p:sldId id="350" r:id="rId5"/>
    <p:sldId id="351" r:id="rId6"/>
    <p:sldId id="352" r:id="rId7"/>
    <p:sldId id="353" r:id="rId8"/>
    <p:sldId id="354" r:id="rId9"/>
    <p:sldId id="355" r:id="rId10"/>
    <p:sldId id="356" r:id="rId11"/>
    <p:sldId id="357" r:id="rId12"/>
    <p:sldId id="358" r:id="rId13"/>
    <p:sldId id="359" r:id="rId14"/>
    <p:sldId id="360" r:id="rId15"/>
    <p:sldId id="361" r:id="rId16"/>
    <p:sldId id="363" r:id="rId17"/>
    <p:sldId id="348" r:id="rId18"/>
  </p:sldIdLst>
  <p:sldSz cx="12960350" cy="68405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Основные стили" id="{9C5DBF73-5C8C-8D4C-BB54-DF085EC13081}">
          <p14:sldIdLst>
            <p14:sldId id="344"/>
            <p14:sldId id="346"/>
            <p14:sldId id="320"/>
            <p14:sldId id="350"/>
            <p14:sldId id="351"/>
            <p14:sldId id="352"/>
            <p14:sldId id="353"/>
            <p14:sldId id="354"/>
            <p14:sldId id="355"/>
            <p14:sldId id="356"/>
            <p14:sldId id="357"/>
            <p14:sldId id="358"/>
            <p14:sldId id="359"/>
            <p14:sldId id="360"/>
            <p14:sldId id="361"/>
            <p14:sldId id="363"/>
            <p14:sldId id="348"/>
          </p14:sldIdLst>
        </p14:section>
        <p14:section name="Финальные слайды" id="{4145BB14-2156-2145-AF78-8B8681ECBF54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54" userDrawn="1">
          <p15:clr>
            <a:srgbClr val="A4A3A4"/>
          </p15:clr>
        </p15:guide>
        <p15:guide id="2" pos="408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70125"/>
    <a:srgbClr val="A30236"/>
    <a:srgbClr val="3F5CBD"/>
    <a:srgbClr val="FF5C36"/>
    <a:srgbClr val="E6E6E6"/>
    <a:srgbClr val="AFABAB"/>
    <a:srgbClr val="879DC1"/>
    <a:srgbClr val="12A3AD"/>
    <a:srgbClr val="FF941A"/>
    <a:srgbClr val="EC94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470"/>
    <p:restoredTop sz="94807"/>
  </p:normalViewPr>
  <p:slideViewPr>
    <p:cSldViewPr snapToGrid="0">
      <p:cViewPr varScale="1">
        <p:scale>
          <a:sx n="105" d="100"/>
          <a:sy n="105" d="100"/>
        </p:scale>
        <p:origin x="762" y="108"/>
      </p:cViewPr>
      <p:guideLst>
        <p:guide orient="horz" pos="2154"/>
        <p:guide pos="408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3B0AE3-F1A2-394F-BC18-67F76EFC1ECD}" type="datetimeFigureOut">
              <a:rPr lang="ru-RU" smtClean="0"/>
              <a:t>15.04.2026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506413" y="1143000"/>
            <a:ext cx="58451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29C60B-6F98-8646-A41A-70FA44D3BD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23233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Рисунок 9">
            <a:extLst>
              <a:ext uri="{FF2B5EF4-FFF2-40B4-BE49-F238E27FC236}">
                <a16:creationId xmlns:a16="http://schemas.microsoft.com/office/drawing/2014/main" id="{ACD4A90A-0ABE-7243-8908-72C5650992C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56488" y="124477"/>
            <a:ext cx="1574789" cy="687181"/>
          </a:xfrm>
          <a:prstGeom prst="rect">
            <a:avLst/>
          </a:prstGeom>
        </p:spPr>
      </p:pic>
      <p:sp>
        <p:nvSpPr>
          <p:cNvPr id="15" name="Прямоугольник 4">
            <a:extLst>
              <a:ext uri="{FF2B5EF4-FFF2-40B4-BE49-F238E27FC236}">
                <a16:creationId xmlns:a16="http://schemas.microsoft.com/office/drawing/2014/main" id="{1A77197B-380D-644E-9B90-7284D14AEC8D}"/>
              </a:ext>
            </a:extLst>
          </p:cNvPr>
          <p:cNvSpPr/>
          <p:nvPr userDrawn="1"/>
        </p:nvSpPr>
        <p:spPr>
          <a:xfrm>
            <a:off x="-3243" y="288565"/>
            <a:ext cx="894267" cy="3198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53E39C7-B630-C841-B628-08298DD98766}"/>
              </a:ext>
            </a:extLst>
          </p:cNvPr>
          <p:cNvSpPr txBox="1"/>
          <p:nvPr userDrawn="1"/>
        </p:nvSpPr>
        <p:spPr>
          <a:xfrm>
            <a:off x="554399" y="6407916"/>
            <a:ext cx="6156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2023</a:t>
            </a:r>
            <a:endParaRPr lang="ru-RU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BDB2FD8-6949-594D-AF72-5CE0FDE67F6D}"/>
              </a:ext>
            </a:extLst>
          </p:cNvPr>
          <p:cNvCxnSpPr/>
          <p:nvPr userDrawn="1"/>
        </p:nvCxnSpPr>
        <p:spPr>
          <a:xfrm>
            <a:off x="1258529" y="6571637"/>
            <a:ext cx="2303433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B7F7827-21D6-5054-F4C6-CF3F1E1A331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02204" y="0"/>
            <a:ext cx="1058146" cy="6840538"/>
          </a:xfrm>
          <a:prstGeom prst="rect">
            <a:avLst/>
          </a:prstGeom>
        </p:spPr>
      </p:pic>
      <p:sp>
        <p:nvSpPr>
          <p:cNvPr id="40" name="Slide Number Placeholder 5">
            <a:extLst>
              <a:ext uri="{FF2B5EF4-FFF2-40B4-BE49-F238E27FC236}">
                <a16:creationId xmlns:a16="http://schemas.microsoft.com/office/drawing/2014/main" id="{CD2E3BB0-99F5-1045-9ADB-5FF98D2342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-33970" y="266377"/>
            <a:ext cx="937565" cy="3641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73D4391C-B8C0-B24A-A837-31626741744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871911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54" userDrawn="1">
          <p15:clr>
            <a:srgbClr val="FBAE40"/>
          </p15:clr>
        </p15:guide>
        <p15:guide id="3" pos="4082" userDrawn="1">
          <p15:clr>
            <a:srgbClr val="FBAE40"/>
          </p15:clr>
        </p15:guide>
        <p15:guide id="4" orient="horz" pos="385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9">
            <a:extLst>
              <a:ext uri="{FF2B5EF4-FFF2-40B4-BE49-F238E27FC236}">
                <a16:creationId xmlns:a16="http://schemas.microsoft.com/office/drawing/2014/main" id="{64B41069-4AAD-8340-8EFB-180ACA586F0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56488" y="124477"/>
            <a:ext cx="1574789" cy="687181"/>
          </a:xfrm>
          <a:prstGeom prst="rect">
            <a:avLst/>
          </a:prstGeom>
        </p:spPr>
      </p:pic>
      <p:sp>
        <p:nvSpPr>
          <p:cNvPr id="8" name="Прямоугольник 4">
            <a:extLst>
              <a:ext uri="{FF2B5EF4-FFF2-40B4-BE49-F238E27FC236}">
                <a16:creationId xmlns:a16="http://schemas.microsoft.com/office/drawing/2014/main" id="{F7727723-4074-B843-AE36-885B2303F4FE}"/>
              </a:ext>
            </a:extLst>
          </p:cNvPr>
          <p:cNvSpPr/>
          <p:nvPr userDrawn="1"/>
        </p:nvSpPr>
        <p:spPr>
          <a:xfrm>
            <a:off x="-3243" y="288565"/>
            <a:ext cx="894267" cy="3198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FE95950-E595-F342-9D21-3C47BD20DFED}"/>
              </a:ext>
            </a:extLst>
          </p:cNvPr>
          <p:cNvSpPr txBox="1"/>
          <p:nvPr userDrawn="1"/>
        </p:nvSpPr>
        <p:spPr>
          <a:xfrm>
            <a:off x="554399" y="6407916"/>
            <a:ext cx="6156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2023</a:t>
            </a:r>
            <a:endParaRPr lang="ru-RU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C78ECB9-5CD4-CC42-91B8-0D89C488BB7E}"/>
              </a:ext>
            </a:extLst>
          </p:cNvPr>
          <p:cNvCxnSpPr/>
          <p:nvPr userDrawn="1"/>
        </p:nvCxnSpPr>
        <p:spPr>
          <a:xfrm>
            <a:off x="1258529" y="6571637"/>
            <a:ext cx="2303433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Slide Number Placeholder 5">
            <a:extLst>
              <a:ext uri="{FF2B5EF4-FFF2-40B4-BE49-F238E27FC236}">
                <a16:creationId xmlns:a16="http://schemas.microsoft.com/office/drawing/2014/main" id="{CD2E3BB0-99F5-1045-9ADB-5FF98D2342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-33970" y="266377"/>
            <a:ext cx="937565" cy="3641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73D4391C-B8C0-B24A-A837-31626741744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705038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54">
          <p15:clr>
            <a:srgbClr val="FBAE40"/>
          </p15:clr>
        </p15:guide>
        <p15:guide id="3" pos="4082">
          <p15:clr>
            <a:srgbClr val="FBAE40"/>
          </p15:clr>
        </p15:guide>
        <p15:guide id="4" orient="horz" pos="385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9">
            <a:extLst>
              <a:ext uri="{FF2B5EF4-FFF2-40B4-BE49-F238E27FC236}">
                <a16:creationId xmlns:a16="http://schemas.microsoft.com/office/drawing/2014/main" id="{B72F114E-335E-2040-801E-3C7EC39A3E7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56488" y="124477"/>
            <a:ext cx="1574789" cy="687181"/>
          </a:xfrm>
          <a:prstGeom prst="rect">
            <a:avLst/>
          </a:prstGeom>
        </p:spPr>
      </p:pic>
      <p:sp>
        <p:nvSpPr>
          <p:cNvPr id="8" name="Прямоугольник 4">
            <a:extLst>
              <a:ext uri="{FF2B5EF4-FFF2-40B4-BE49-F238E27FC236}">
                <a16:creationId xmlns:a16="http://schemas.microsoft.com/office/drawing/2014/main" id="{F3B94890-3C49-7044-A8F0-B3DB12C28D12}"/>
              </a:ext>
            </a:extLst>
          </p:cNvPr>
          <p:cNvSpPr/>
          <p:nvPr userDrawn="1"/>
        </p:nvSpPr>
        <p:spPr>
          <a:xfrm>
            <a:off x="-3243" y="288565"/>
            <a:ext cx="894267" cy="3198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AA9BBD-B777-C149-9777-05247593E1E0}"/>
              </a:ext>
            </a:extLst>
          </p:cNvPr>
          <p:cNvSpPr txBox="1"/>
          <p:nvPr userDrawn="1"/>
        </p:nvSpPr>
        <p:spPr>
          <a:xfrm>
            <a:off x="554399" y="6407916"/>
            <a:ext cx="6156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2023</a:t>
            </a:r>
            <a:endParaRPr lang="ru-RU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8C569F4-D248-7041-9278-341700D6083F}"/>
              </a:ext>
            </a:extLst>
          </p:cNvPr>
          <p:cNvCxnSpPr/>
          <p:nvPr userDrawn="1"/>
        </p:nvCxnSpPr>
        <p:spPr>
          <a:xfrm>
            <a:off x="1258529" y="6571637"/>
            <a:ext cx="2303433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620044" y="1119505"/>
            <a:ext cx="9720263" cy="2381521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0044" y="3592866"/>
            <a:ext cx="9720263" cy="1651546"/>
          </a:xfrm>
        </p:spPr>
        <p:txBody>
          <a:bodyPr>
            <a:normAutofit/>
          </a:bodyPr>
          <a:lstStyle>
            <a:lvl1pPr marL="0" indent="0" algn="l">
              <a:buNone/>
              <a:defRPr sz="2400" b="1"/>
            </a:lvl1pPr>
            <a:lvl2pPr marL="456057" indent="0" algn="ctr">
              <a:buNone/>
              <a:defRPr sz="1995"/>
            </a:lvl2pPr>
            <a:lvl3pPr marL="912114" indent="0" algn="ctr">
              <a:buNone/>
              <a:defRPr sz="1795"/>
            </a:lvl3pPr>
            <a:lvl4pPr marL="1368171" indent="0" algn="ctr">
              <a:buNone/>
              <a:defRPr sz="1596"/>
            </a:lvl4pPr>
            <a:lvl5pPr marL="1824228" indent="0" algn="ctr">
              <a:buNone/>
              <a:defRPr sz="1596"/>
            </a:lvl5pPr>
            <a:lvl6pPr marL="2280285" indent="0" algn="ctr">
              <a:buNone/>
              <a:defRPr sz="1596"/>
            </a:lvl6pPr>
            <a:lvl7pPr marL="2736342" indent="0" algn="ctr">
              <a:buNone/>
              <a:defRPr sz="1596"/>
            </a:lvl7pPr>
            <a:lvl8pPr marL="3192399" indent="0" algn="ctr">
              <a:buNone/>
              <a:defRPr sz="1596"/>
            </a:lvl8pPr>
            <a:lvl9pPr marL="3648456" indent="0" algn="ctr">
              <a:buNone/>
              <a:defRPr sz="1596"/>
            </a:lvl9pPr>
          </a:lstStyle>
          <a:p>
            <a:r>
              <a:rPr lang="ru-RU" dirty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AFABD-BCBD-544A-9118-89D15D7C2332}" type="datetime1">
              <a:rPr lang="ru-RU" smtClean="0"/>
              <a:t>15.04.2026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-33970" y="266377"/>
            <a:ext cx="937565" cy="364195"/>
          </a:xfrm>
          <a:prstGeom prst="rect">
            <a:avLst/>
          </a:prstGeom>
        </p:spPr>
        <p:txBody>
          <a:bodyPr/>
          <a:lstStyle/>
          <a:p>
            <a:fld id="{73D4391C-B8C0-B24A-A837-3162674174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70674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9">
            <a:extLst>
              <a:ext uri="{FF2B5EF4-FFF2-40B4-BE49-F238E27FC236}">
                <a16:creationId xmlns:a16="http://schemas.microsoft.com/office/drawing/2014/main" id="{A031F8E3-48A7-4044-944A-7FEEE130F6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56488" y="124477"/>
            <a:ext cx="1574789" cy="687181"/>
          </a:xfrm>
          <a:prstGeom prst="rect">
            <a:avLst/>
          </a:prstGeom>
        </p:spPr>
      </p:pic>
      <p:sp>
        <p:nvSpPr>
          <p:cNvPr id="9" name="Прямоугольник 4">
            <a:extLst>
              <a:ext uri="{FF2B5EF4-FFF2-40B4-BE49-F238E27FC236}">
                <a16:creationId xmlns:a16="http://schemas.microsoft.com/office/drawing/2014/main" id="{CC740624-9786-3F40-BE2D-E443C76C8EC7}"/>
              </a:ext>
            </a:extLst>
          </p:cNvPr>
          <p:cNvSpPr/>
          <p:nvPr userDrawn="1"/>
        </p:nvSpPr>
        <p:spPr>
          <a:xfrm>
            <a:off x="-3243" y="288565"/>
            <a:ext cx="894267" cy="3198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EFE944-F30B-544E-B5A4-8FA81A6D7A96}"/>
              </a:ext>
            </a:extLst>
          </p:cNvPr>
          <p:cNvSpPr txBox="1"/>
          <p:nvPr userDrawn="1"/>
        </p:nvSpPr>
        <p:spPr>
          <a:xfrm>
            <a:off x="554399" y="6407916"/>
            <a:ext cx="6156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2023</a:t>
            </a:r>
            <a:endParaRPr lang="ru-RU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E5D4700-313E-CB48-82C9-205F0B4F41DB}"/>
              </a:ext>
            </a:extLst>
          </p:cNvPr>
          <p:cNvCxnSpPr/>
          <p:nvPr userDrawn="1"/>
        </p:nvCxnSpPr>
        <p:spPr>
          <a:xfrm>
            <a:off x="1258529" y="6571637"/>
            <a:ext cx="2303433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00000" y="919197"/>
            <a:ext cx="8649708" cy="535138"/>
          </a:xfrm>
        </p:spPr>
        <p:txBody>
          <a:bodyPr anchor="t" anchorCtr="0">
            <a:noAutofit/>
          </a:bodyPr>
          <a:lstStyle>
            <a:lvl1pPr algn="l">
              <a:defRPr sz="3200"/>
            </a:lvl1pPr>
          </a:lstStyle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81303" y="2751909"/>
            <a:ext cx="6696892" cy="2492503"/>
          </a:xfrm>
        </p:spPr>
        <p:txBody>
          <a:bodyPr>
            <a:normAutofit/>
          </a:bodyPr>
          <a:lstStyle>
            <a:lvl1pPr marL="0" indent="0" algn="l">
              <a:buNone/>
              <a:defRPr sz="3600" b="1">
                <a:solidFill>
                  <a:schemeClr val="accent1"/>
                </a:solidFill>
              </a:defRPr>
            </a:lvl1pPr>
            <a:lvl2pPr marL="456057" indent="0" algn="ctr">
              <a:buNone/>
              <a:defRPr sz="1995"/>
            </a:lvl2pPr>
            <a:lvl3pPr marL="912114" indent="0" algn="ctr">
              <a:buNone/>
              <a:defRPr sz="1795"/>
            </a:lvl3pPr>
            <a:lvl4pPr marL="1368171" indent="0" algn="ctr">
              <a:buNone/>
              <a:defRPr sz="1596"/>
            </a:lvl4pPr>
            <a:lvl5pPr marL="1824228" indent="0" algn="ctr">
              <a:buNone/>
              <a:defRPr sz="1596"/>
            </a:lvl5pPr>
            <a:lvl6pPr marL="2280285" indent="0" algn="ctr">
              <a:buNone/>
              <a:defRPr sz="1596"/>
            </a:lvl6pPr>
            <a:lvl7pPr marL="2736342" indent="0" algn="ctr">
              <a:buNone/>
              <a:defRPr sz="1596"/>
            </a:lvl7pPr>
            <a:lvl8pPr marL="3192399" indent="0" algn="ctr">
              <a:buNone/>
              <a:defRPr sz="1596"/>
            </a:lvl8pPr>
            <a:lvl9pPr marL="3648456" indent="0" algn="ctr">
              <a:buNone/>
              <a:defRPr sz="1596"/>
            </a:lvl9pPr>
          </a:lstStyle>
          <a:p>
            <a:r>
              <a:rPr lang="ru-RU" dirty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B5067-034C-ED4C-9B2B-00BE7ADE8DA8}" type="datetime1">
              <a:rPr lang="ru-RU" smtClean="0"/>
              <a:t>15.04.2026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-33970" y="266377"/>
            <a:ext cx="937565" cy="364195"/>
          </a:xfrm>
          <a:prstGeom prst="rect">
            <a:avLst/>
          </a:prstGeom>
        </p:spPr>
        <p:txBody>
          <a:bodyPr/>
          <a:lstStyle/>
          <a:p>
            <a:fld id="{73D4391C-B8C0-B24A-A837-316267417444}" type="slidenum">
              <a:rPr lang="ru-RU" smtClean="0"/>
              <a:t>‹#›</a:t>
            </a:fld>
            <a:endParaRPr lang="ru-RU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97AD485B-A56F-E148-9785-EA3C38C119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00113" y="1625000"/>
            <a:ext cx="2916079" cy="4304162"/>
          </a:xfrm>
        </p:spPr>
        <p:txBody>
          <a:bodyPr/>
          <a:lstStyle>
            <a:lvl1pPr marL="0" indent="0">
              <a:buNone/>
              <a:defRPr sz="1596"/>
            </a:lvl1pPr>
            <a:lvl2pPr marL="456057" indent="0">
              <a:buNone/>
              <a:defRPr sz="1397"/>
            </a:lvl2pPr>
            <a:lvl3pPr marL="912114" indent="0">
              <a:buNone/>
              <a:defRPr sz="1197"/>
            </a:lvl3pPr>
            <a:lvl4pPr marL="1368171" indent="0">
              <a:buNone/>
              <a:defRPr sz="998"/>
            </a:lvl4pPr>
            <a:lvl5pPr marL="1824228" indent="0">
              <a:buNone/>
              <a:defRPr sz="998"/>
            </a:lvl5pPr>
            <a:lvl6pPr marL="2280285" indent="0">
              <a:buNone/>
              <a:defRPr sz="998"/>
            </a:lvl6pPr>
            <a:lvl7pPr marL="2736342" indent="0">
              <a:buNone/>
              <a:defRPr sz="998"/>
            </a:lvl7pPr>
            <a:lvl8pPr marL="3192399" indent="0">
              <a:buNone/>
              <a:defRPr sz="998"/>
            </a:lvl8pPr>
            <a:lvl9pPr marL="3648456" indent="0">
              <a:buNone/>
              <a:defRPr sz="998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5189159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B1174A10-18C0-D846-8F03-C9CC6AC7354A}"/>
              </a:ext>
            </a:extLst>
          </p:cNvPr>
          <p:cNvSpPr/>
          <p:nvPr userDrawn="1"/>
        </p:nvSpPr>
        <p:spPr>
          <a:xfrm>
            <a:off x="0" y="0"/>
            <a:ext cx="12960350" cy="684053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00547" y="2269024"/>
            <a:ext cx="6871063" cy="2492503"/>
          </a:xfrm>
        </p:spPr>
        <p:txBody>
          <a:bodyPr>
            <a:normAutofit/>
          </a:bodyPr>
          <a:lstStyle>
            <a:lvl1pPr marL="0" indent="0" algn="l">
              <a:buNone/>
              <a:defRPr sz="3600" b="1">
                <a:solidFill>
                  <a:schemeClr val="bg1"/>
                </a:solidFill>
              </a:defRPr>
            </a:lvl1pPr>
            <a:lvl2pPr marL="456057" indent="0" algn="ctr">
              <a:buNone/>
              <a:defRPr sz="1995"/>
            </a:lvl2pPr>
            <a:lvl3pPr marL="912114" indent="0" algn="ctr">
              <a:buNone/>
              <a:defRPr sz="1795"/>
            </a:lvl3pPr>
            <a:lvl4pPr marL="1368171" indent="0" algn="ctr">
              <a:buNone/>
              <a:defRPr sz="1596"/>
            </a:lvl4pPr>
            <a:lvl5pPr marL="1824228" indent="0" algn="ctr">
              <a:buNone/>
              <a:defRPr sz="1596"/>
            </a:lvl5pPr>
            <a:lvl6pPr marL="2280285" indent="0" algn="ctr">
              <a:buNone/>
              <a:defRPr sz="1596"/>
            </a:lvl6pPr>
            <a:lvl7pPr marL="2736342" indent="0" algn="ctr">
              <a:buNone/>
              <a:defRPr sz="1596"/>
            </a:lvl7pPr>
            <a:lvl8pPr marL="3192399" indent="0" algn="ctr">
              <a:buNone/>
              <a:defRPr sz="1596"/>
            </a:lvl8pPr>
            <a:lvl9pPr marL="3648456" indent="0" algn="ctr">
              <a:buNone/>
              <a:defRPr sz="1596"/>
            </a:lvl9pPr>
          </a:lstStyle>
          <a:p>
            <a:r>
              <a:rPr lang="ru-RU" dirty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C6C5C-8715-4349-9C7D-F129E2D2F817}" type="datetime1">
              <a:rPr lang="ru-RU" smtClean="0"/>
              <a:t>15.04.2026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6" name="Прямоугольник 4">
            <a:extLst>
              <a:ext uri="{FF2B5EF4-FFF2-40B4-BE49-F238E27FC236}">
                <a16:creationId xmlns:a16="http://schemas.microsoft.com/office/drawing/2014/main" id="{6863F21F-0FD5-0D4F-9EDF-1CEFC7A813EE}"/>
              </a:ext>
            </a:extLst>
          </p:cNvPr>
          <p:cNvSpPr/>
          <p:nvPr userDrawn="1"/>
        </p:nvSpPr>
        <p:spPr>
          <a:xfrm>
            <a:off x="-3243" y="288565"/>
            <a:ext cx="894267" cy="3198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-33970" y="266377"/>
            <a:ext cx="937565" cy="36419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BE003E"/>
                </a:solidFill>
              </a:defRPr>
            </a:lvl1pPr>
          </a:lstStyle>
          <a:p>
            <a:fld id="{73D4391C-B8C0-B24A-A837-316267417444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0584FD3-82FB-1645-920D-FB8B68AFF87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28"/>
          <a:stretch/>
        </p:blipFill>
        <p:spPr>
          <a:xfrm>
            <a:off x="10684390" y="-1"/>
            <a:ext cx="1950721" cy="976149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C56C3D01-CF25-E947-ABB7-B55A2D418229}"/>
              </a:ext>
            </a:extLst>
          </p:cNvPr>
          <p:cNvSpPr txBox="1"/>
          <p:nvPr userDrawn="1"/>
        </p:nvSpPr>
        <p:spPr>
          <a:xfrm>
            <a:off x="554399" y="6407916"/>
            <a:ext cx="6156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2023</a:t>
            </a:r>
            <a:endParaRPr lang="ru-RU" sz="1400" dirty="0">
              <a:solidFill>
                <a:schemeClr val="bg1"/>
              </a:solidFill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9CAB093-8887-BF49-8EA5-92B2D72B9517}"/>
              </a:ext>
            </a:extLst>
          </p:cNvPr>
          <p:cNvCxnSpPr/>
          <p:nvPr userDrawn="1"/>
        </p:nvCxnSpPr>
        <p:spPr>
          <a:xfrm>
            <a:off x="1258529" y="6571637"/>
            <a:ext cx="2303433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93065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9">
            <a:extLst>
              <a:ext uri="{FF2B5EF4-FFF2-40B4-BE49-F238E27FC236}">
                <a16:creationId xmlns:a16="http://schemas.microsoft.com/office/drawing/2014/main" id="{E42B6E17-3CA0-A44E-A15A-7A8C6D151F7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56488" y="124477"/>
            <a:ext cx="1574789" cy="687181"/>
          </a:xfrm>
          <a:prstGeom prst="rect">
            <a:avLst/>
          </a:prstGeom>
        </p:spPr>
      </p:pic>
      <p:sp>
        <p:nvSpPr>
          <p:cNvPr id="9" name="Прямоугольник 4">
            <a:extLst>
              <a:ext uri="{FF2B5EF4-FFF2-40B4-BE49-F238E27FC236}">
                <a16:creationId xmlns:a16="http://schemas.microsoft.com/office/drawing/2014/main" id="{CAE1ECE3-AE58-EF4B-9404-CEF7D3739127}"/>
              </a:ext>
            </a:extLst>
          </p:cNvPr>
          <p:cNvSpPr/>
          <p:nvPr userDrawn="1"/>
        </p:nvSpPr>
        <p:spPr>
          <a:xfrm>
            <a:off x="-3243" y="288565"/>
            <a:ext cx="894267" cy="3198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C5649B-D563-7A42-ADA0-AC0ECE1EBBD4}"/>
              </a:ext>
            </a:extLst>
          </p:cNvPr>
          <p:cNvSpPr txBox="1"/>
          <p:nvPr userDrawn="1"/>
        </p:nvSpPr>
        <p:spPr>
          <a:xfrm>
            <a:off x="554399" y="6407916"/>
            <a:ext cx="6156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202</a:t>
            </a:r>
            <a:r>
              <a:rPr lang="ru-RU" sz="1400" dirty="0">
                <a:solidFill>
                  <a:schemeClr val="bg1">
                    <a:lumMod val="50000"/>
                  </a:schemeClr>
                </a:solidFill>
              </a:rPr>
              <a:t>5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C4F3F24-E8BA-7348-890A-4EB2A401046B}"/>
              </a:ext>
            </a:extLst>
          </p:cNvPr>
          <p:cNvCxnSpPr/>
          <p:nvPr userDrawn="1"/>
        </p:nvCxnSpPr>
        <p:spPr>
          <a:xfrm>
            <a:off x="1258529" y="6571637"/>
            <a:ext cx="2303433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00000" y="900000"/>
            <a:ext cx="9576679" cy="714358"/>
          </a:xfrm>
        </p:spPr>
        <p:txBody>
          <a:bodyPr anchor="t" anchorCtr="0">
            <a:noAutofit/>
          </a:bodyPr>
          <a:lstStyle/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EB2D4-E0FF-0948-BCEC-0F713D78CA44}" type="datetime1">
              <a:rPr lang="ru-RU" smtClean="0"/>
              <a:t>15.04.2026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3D4391C-B8C0-B24A-A837-31626741744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2335B661-A620-6B4A-8A9C-FCEE63525CAE}"/>
              </a:ext>
            </a:extLst>
          </p:cNvPr>
          <p:cNvSpPr txBox="1">
            <a:spLocks/>
          </p:cNvSpPr>
          <p:nvPr userDrawn="1"/>
        </p:nvSpPr>
        <p:spPr>
          <a:xfrm>
            <a:off x="-33970" y="266377"/>
            <a:ext cx="937565" cy="3641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4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3D4391C-B8C0-B24A-A837-31626741744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52267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9">
            <a:extLst>
              <a:ext uri="{FF2B5EF4-FFF2-40B4-BE49-F238E27FC236}">
                <a16:creationId xmlns:a16="http://schemas.microsoft.com/office/drawing/2014/main" id="{00F513B3-241A-5644-9CD0-08969C8509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56488" y="124477"/>
            <a:ext cx="1574789" cy="687181"/>
          </a:xfrm>
          <a:prstGeom prst="rect">
            <a:avLst/>
          </a:prstGeom>
        </p:spPr>
      </p:pic>
      <p:sp>
        <p:nvSpPr>
          <p:cNvPr id="9" name="Прямоугольник 4">
            <a:extLst>
              <a:ext uri="{FF2B5EF4-FFF2-40B4-BE49-F238E27FC236}">
                <a16:creationId xmlns:a16="http://schemas.microsoft.com/office/drawing/2014/main" id="{9DB0A6DB-F31A-A343-BF05-360492CB83BF}"/>
              </a:ext>
            </a:extLst>
          </p:cNvPr>
          <p:cNvSpPr/>
          <p:nvPr userDrawn="1"/>
        </p:nvSpPr>
        <p:spPr>
          <a:xfrm>
            <a:off x="-3243" y="288565"/>
            <a:ext cx="894267" cy="3198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D384103-0CD4-E641-A9AE-B808169DCE7C}"/>
              </a:ext>
            </a:extLst>
          </p:cNvPr>
          <p:cNvSpPr txBox="1"/>
          <p:nvPr userDrawn="1"/>
        </p:nvSpPr>
        <p:spPr>
          <a:xfrm>
            <a:off x="554399" y="6407916"/>
            <a:ext cx="6156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202</a:t>
            </a:r>
            <a:r>
              <a:rPr lang="ru-RU" sz="1400" dirty="0">
                <a:solidFill>
                  <a:schemeClr val="bg1">
                    <a:lumMod val="50000"/>
                  </a:schemeClr>
                </a:solidFill>
              </a:rPr>
              <a:t>5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219AD7C-9E4C-BC47-9C84-6A2E4F3FD078}"/>
              </a:ext>
            </a:extLst>
          </p:cNvPr>
          <p:cNvCxnSpPr/>
          <p:nvPr userDrawn="1"/>
        </p:nvCxnSpPr>
        <p:spPr>
          <a:xfrm>
            <a:off x="1258529" y="6571637"/>
            <a:ext cx="2303433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00000" y="900000"/>
            <a:ext cx="9627700" cy="740592"/>
          </a:xfrm>
        </p:spPr>
        <p:txBody>
          <a:bodyPr anchor="t" anchorCtr="0"/>
          <a:lstStyle>
            <a:lvl1pPr>
              <a:defRPr sz="3192"/>
            </a:lvl1pPr>
          </a:lstStyle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340995" y="1674796"/>
            <a:ext cx="7726642" cy="4254366"/>
          </a:xfrm>
        </p:spPr>
        <p:txBody>
          <a:bodyPr anchor="t"/>
          <a:lstStyle>
            <a:lvl1pPr marL="0" indent="0">
              <a:buNone/>
              <a:defRPr sz="3192"/>
            </a:lvl1pPr>
            <a:lvl2pPr marL="456057" indent="0">
              <a:buNone/>
              <a:defRPr sz="2793"/>
            </a:lvl2pPr>
            <a:lvl3pPr marL="912114" indent="0">
              <a:buNone/>
              <a:defRPr sz="2394"/>
            </a:lvl3pPr>
            <a:lvl4pPr marL="1368171" indent="0">
              <a:buNone/>
              <a:defRPr sz="1995"/>
            </a:lvl4pPr>
            <a:lvl5pPr marL="1824228" indent="0">
              <a:buNone/>
              <a:defRPr sz="1995"/>
            </a:lvl5pPr>
            <a:lvl6pPr marL="2280285" indent="0">
              <a:buNone/>
              <a:defRPr sz="1995"/>
            </a:lvl6pPr>
            <a:lvl7pPr marL="2736342" indent="0">
              <a:buNone/>
              <a:defRPr sz="1995"/>
            </a:lvl7pPr>
            <a:lvl8pPr marL="3192399" indent="0">
              <a:buNone/>
              <a:defRPr sz="1995"/>
            </a:lvl8pPr>
            <a:lvl9pPr marL="3648456" indent="0">
              <a:buNone/>
              <a:defRPr sz="1995"/>
            </a:lvl9pPr>
          </a:lstStyle>
          <a:p>
            <a:r>
              <a:rPr lang="ru-RU" dirty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00113" y="1625000"/>
            <a:ext cx="2916079" cy="4304162"/>
          </a:xfrm>
        </p:spPr>
        <p:txBody>
          <a:bodyPr/>
          <a:lstStyle>
            <a:lvl1pPr marL="0" indent="0">
              <a:buNone/>
              <a:defRPr sz="1596"/>
            </a:lvl1pPr>
            <a:lvl2pPr marL="456057" indent="0">
              <a:buNone/>
              <a:defRPr sz="1397"/>
            </a:lvl2pPr>
            <a:lvl3pPr marL="912114" indent="0">
              <a:buNone/>
              <a:defRPr sz="1197"/>
            </a:lvl3pPr>
            <a:lvl4pPr marL="1368171" indent="0">
              <a:buNone/>
              <a:defRPr sz="998"/>
            </a:lvl4pPr>
            <a:lvl5pPr marL="1824228" indent="0">
              <a:buNone/>
              <a:defRPr sz="998"/>
            </a:lvl5pPr>
            <a:lvl6pPr marL="2280285" indent="0">
              <a:buNone/>
              <a:defRPr sz="998"/>
            </a:lvl6pPr>
            <a:lvl7pPr marL="2736342" indent="0">
              <a:buNone/>
              <a:defRPr sz="998"/>
            </a:lvl7pPr>
            <a:lvl8pPr marL="3192399" indent="0">
              <a:buNone/>
              <a:defRPr sz="998"/>
            </a:lvl8pPr>
            <a:lvl9pPr marL="3648456" indent="0">
              <a:buNone/>
              <a:defRPr sz="998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03EC4-AEDB-A546-B9B7-585538AAD3C7}" type="datetime1">
              <a:rPr lang="ru-RU" smtClean="0"/>
              <a:t>15.04.2026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4391C-B8C0-B24A-A837-3162674174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68050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1_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9">
            <a:extLst>
              <a:ext uri="{FF2B5EF4-FFF2-40B4-BE49-F238E27FC236}">
                <a16:creationId xmlns:a16="http://schemas.microsoft.com/office/drawing/2014/main" id="{82FB6434-E9A9-A141-89AC-B38A0E20734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56488" y="124477"/>
            <a:ext cx="1574789" cy="687181"/>
          </a:xfrm>
          <a:prstGeom prst="rect">
            <a:avLst/>
          </a:prstGeom>
        </p:spPr>
      </p:pic>
      <p:sp>
        <p:nvSpPr>
          <p:cNvPr id="10" name="Прямоугольник 4">
            <a:extLst>
              <a:ext uri="{FF2B5EF4-FFF2-40B4-BE49-F238E27FC236}">
                <a16:creationId xmlns:a16="http://schemas.microsoft.com/office/drawing/2014/main" id="{D954ACBC-1461-8F49-8A62-25BE7C807B19}"/>
              </a:ext>
            </a:extLst>
          </p:cNvPr>
          <p:cNvSpPr/>
          <p:nvPr userDrawn="1"/>
        </p:nvSpPr>
        <p:spPr>
          <a:xfrm>
            <a:off x="-3243" y="288565"/>
            <a:ext cx="894267" cy="3198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405D89A-CBD9-1747-8A24-211A119C1CB5}"/>
              </a:ext>
            </a:extLst>
          </p:cNvPr>
          <p:cNvSpPr txBox="1"/>
          <p:nvPr userDrawn="1"/>
        </p:nvSpPr>
        <p:spPr>
          <a:xfrm>
            <a:off x="554399" y="6407916"/>
            <a:ext cx="6156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202</a:t>
            </a:r>
            <a:r>
              <a:rPr lang="ru-RU" sz="1400" dirty="0">
                <a:solidFill>
                  <a:schemeClr val="bg1">
                    <a:lumMod val="50000"/>
                  </a:schemeClr>
                </a:solidFill>
              </a:rPr>
              <a:t>5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187A918-407B-4D42-98BB-5B3D0F5839E2}"/>
              </a:ext>
            </a:extLst>
          </p:cNvPr>
          <p:cNvCxnSpPr/>
          <p:nvPr userDrawn="1"/>
        </p:nvCxnSpPr>
        <p:spPr>
          <a:xfrm>
            <a:off x="1258529" y="6571637"/>
            <a:ext cx="2303433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00000" y="864000"/>
            <a:ext cx="9627700" cy="740592"/>
          </a:xfrm>
        </p:spPr>
        <p:txBody>
          <a:bodyPr anchor="t" anchorCtr="0"/>
          <a:lstStyle>
            <a:lvl1pPr>
              <a:defRPr sz="3192"/>
            </a:lvl1pPr>
          </a:lstStyle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340995" y="1674796"/>
            <a:ext cx="3638348" cy="4254366"/>
          </a:xfrm>
        </p:spPr>
        <p:txBody>
          <a:bodyPr anchor="t"/>
          <a:lstStyle>
            <a:lvl1pPr marL="0" indent="0">
              <a:buNone/>
              <a:defRPr sz="3192"/>
            </a:lvl1pPr>
            <a:lvl2pPr marL="456057" indent="0">
              <a:buNone/>
              <a:defRPr sz="2793"/>
            </a:lvl2pPr>
            <a:lvl3pPr marL="912114" indent="0">
              <a:buNone/>
              <a:defRPr sz="2394"/>
            </a:lvl3pPr>
            <a:lvl4pPr marL="1368171" indent="0">
              <a:buNone/>
              <a:defRPr sz="1995"/>
            </a:lvl4pPr>
            <a:lvl5pPr marL="1824228" indent="0">
              <a:buNone/>
              <a:defRPr sz="1995"/>
            </a:lvl5pPr>
            <a:lvl6pPr marL="2280285" indent="0">
              <a:buNone/>
              <a:defRPr sz="1995"/>
            </a:lvl6pPr>
            <a:lvl7pPr marL="2736342" indent="0">
              <a:buNone/>
              <a:defRPr sz="1995"/>
            </a:lvl7pPr>
            <a:lvl8pPr marL="3192399" indent="0">
              <a:buNone/>
              <a:defRPr sz="1995"/>
            </a:lvl8pPr>
            <a:lvl9pPr marL="3648456" indent="0">
              <a:buNone/>
              <a:defRPr sz="1995"/>
            </a:lvl9pPr>
          </a:lstStyle>
          <a:p>
            <a:r>
              <a:rPr lang="ru-RU" dirty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00113" y="1625000"/>
            <a:ext cx="2916079" cy="4304162"/>
          </a:xfrm>
        </p:spPr>
        <p:txBody>
          <a:bodyPr/>
          <a:lstStyle>
            <a:lvl1pPr marL="0" indent="0">
              <a:buNone/>
              <a:defRPr sz="1596"/>
            </a:lvl1pPr>
            <a:lvl2pPr marL="456057" indent="0">
              <a:buNone/>
              <a:defRPr sz="1397"/>
            </a:lvl2pPr>
            <a:lvl3pPr marL="912114" indent="0">
              <a:buNone/>
              <a:defRPr sz="1197"/>
            </a:lvl3pPr>
            <a:lvl4pPr marL="1368171" indent="0">
              <a:buNone/>
              <a:defRPr sz="998"/>
            </a:lvl4pPr>
            <a:lvl5pPr marL="1824228" indent="0">
              <a:buNone/>
              <a:defRPr sz="998"/>
            </a:lvl5pPr>
            <a:lvl6pPr marL="2280285" indent="0">
              <a:buNone/>
              <a:defRPr sz="998"/>
            </a:lvl6pPr>
            <a:lvl7pPr marL="2736342" indent="0">
              <a:buNone/>
              <a:defRPr sz="998"/>
            </a:lvl7pPr>
            <a:lvl8pPr marL="3192399" indent="0">
              <a:buNone/>
              <a:defRPr sz="998"/>
            </a:lvl8pPr>
            <a:lvl9pPr marL="3648456" indent="0">
              <a:buNone/>
              <a:defRPr sz="998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B6139-3C51-544D-A275-589F7A7E6369}" type="datetime1">
              <a:rPr lang="ru-RU" smtClean="0"/>
              <a:t>15.04.2026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4391C-B8C0-B24A-A837-316267417444}" type="slidenum">
              <a:rPr lang="ru-RU" smtClean="0"/>
              <a:t>‹#›</a:t>
            </a:fld>
            <a:endParaRPr lang="ru-RU"/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B47FAB26-A65D-A241-B811-CFF044D18B1A}"/>
              </a:ext>
            </a:extLst>
          </p:cNvPr>
          <p:cNvSpPr>
            <a:spLocks noGrp="1" noChangeAspect="1"/>
          </p:cNvSpPr>
          <p:nvPr>
            <p:ph type="pic" idx="13"/>
          </p:nvPr>
        </p:nvSpPr>
        <p:spPr>
          <a:xfrm>
            <a:off x="8383605" y="1674796"/>
            <a:ext cx="3638348" cy="4254366"/>
          </a:xfrm>
        </p:spPr>
        <p:txBody>
          <a:bodyPr anchor="t"/>
          <a:lstStyle>
            <a:lvl1pPr marL="0" indent="0">
              <a:buNone/>
              <a:defRPr sz="3192"/>
            </a:lvl1pPr>
            <a:lvl2pPr marL="456057" indent="0">
              <a:buNone/>
              <a:defRPr sz="2793"/>
            </a:lvl2pPr>
            <a:lvl3pPr marL="912114" indent="0">
              <a:buNone/>
              <a:defRPr sz="2394"/>
            </a:lvl3pPr>
            <a:lvl4pPr marL="1368171" indent="0">
              <a:buNone/>
              <a:defRPr sz="1995"/>
            </a:lvl4pPr>
            <a:lvl5pPr marL="1824228" indent="0">
              <a:buNone/>
              <a:defRPr sz="1995"/>
            </a:lvl5pPr>
            <a:lvl6pPr marL="2280285" indent="0">
              <a:buNone/>
              <a:defRPr sz="1995"/>
            </a:lvl6pPr>
            <a:lvl7pPr marL="2736342" indent="0">
              <a:buNone/>
              <a:defRPr sz="1995"/>
            </a:lvl7pPr>
            <a:lvl8pPr marL="3192399" indent="0">
              <a:buNone/>
              <a:defRPr sz="1995"/>
            </a:lvl8pPr>
            <a:lvl9pPr marL="3648456" indent="0">
              <a:buNone/>
              <a:defRPr sz="1995"/>
            </a:lvl9pPr>
          </a:lstStyle>
          <a:p>
            <a:r>
              <a:rPr lang="ru-RU" dirty="0"/>
              <a:t>Вставка рисунка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449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2_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F7329FE-F5D1-374D-B109-65B84655D2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56488" y="124477"/>
            <a:ext cx="1574789" cy="687181"/>
          </a:xfrm>
          <a:prstGeom prst="rect">
            <a:avLst/>
          </a:prstGeom>
        </p:spPr>
      </p:pic>
      <p:sp>
        <p:nvSpPr>
          <p:cNvPr id="11" name="Прямоугольник 4">
            <a:extLst>
              <a:ext uri="{FF2B5EF4-FFF2-40B4-BE49-F238E27FC236}">
                <a16:creationId xmlns:a16="http://schemas.microsoft.com/office/drawing/2014/main" id="{263CFD3C-F777-DA4D-BC37-116E29B7A220}"/>
              </a:ext>
            </a:extLst>
          </p:cNvPr>
          <p:cNvSpPr/>
          <p:nvPr userDrawn="1"/>
        </p:nvSpPr>
        <p:spPr>
          <a:xfrm>
            <a:off x="-3243" y="288565"/>
            <a:ext cx="894267" cy="3198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772282-7CE5-9B49-B848-BF7E6632BBB4}"/>
              </a:ext>
            </a:extLst>
          </p:cNvPr>
          <p:cNvSpPr txBox="1"/>
          <p:nvPr userDrawn="1"/>
        </p:nvSpPr>
        <p:spPr>
          <a:xfrm>
            <a:off x="554399" y="6407916"/>
            <a:ext cx="6156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202</a:t>
            </a:r>
            <a:r>
              <a:rPr lang="ru-RU" sz="1400" dirty="0">
                <a:solidFill>
                  <a:schemeClr val="bg1">
                    <a:lumMod val="50000"/>
                  </a:schemeClr>
                </a:solidFill>
              </a:rPr>
              <a:t>5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F7AA82A-8CAD-7945-8DF4-19C7F478AB03}"/>
              </a:ext>
            </a:extLst>
          </p:cNvPr>
          <p:cNvCxnSpPr/>
          <p:nvPr userDrawn="1"/>
        </p:nvCxnSpPr>
        <p:spPr>
          <a:xfrm>
            <a:off x="1258529" y="6571637"/>
            <a:ext cx="2303433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92713" y="900000"/>
            <a:ext cx="9627700" cy="740592"/>
          </a:xfrm>
        </p:spPr>
        <p:txBody>
          <a:bodyPr anchor="t" anchorCtr="0"/>
          <a:lstStyle>
            <a:lvl1pPr>
              <a:defRPr sz="3192"/>
            </a:lvl1pPr>
          </a:lstStyle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340995" y="1674796"/>
            <a:ext cx="2321062" cy="4254366"/>
          </a:xfrm>
        </p:spPr>
        <p:txBody>
          <a:bodyPr anchor="t"/>
          <a:lstStyle>
            <a:lvl1pPr marL="0" indent="0">
              <a:buNone/>
              <a:defRPr sz="3192"/>
            </a:lvl1pPr>
            <a:lvl2pPr marL="456057" indent="0">
              <a:buNone/>
              <a:defRPr sz="2793"/>
            </a:lvl2pPr>
            <a:lvl3pPr marL="912114" indent="0">
              <a:buNone/>
              <a:defRPr sz="2394"/>
            </a:lvl3pPr>
            <a:lvl4pPr marL="1368171" indent="0">
              <a:buNone/>
              <a:defRPr sz="1995"/>
            </a:lvl4pPr>
            <a:lvl5pPr marL="1824228" indent="0">
              <a:buNone/>
              <a:defRPr sz="1995"/>
            </a:lvl5pPr>
            <a:lvl6pPr marL="2280285" indent="0">
              <a:buNone/>
              <a:defRPr sz="1995"/>
            </a:lvl6pPr>
            <a:lvl7pPr marL="2736342" indent="0">
              <a:buNone/>
              <a:defRPr sz="1995"/>
            </a:lvl7pPr>
            <a:lvl8pPr marL="3192399" indent="0">
              <a:buNone/>
              <a:defRPr sz="1995"/>
            </a:lvl8pPr>
            <a:lvl9pPr marL="3648456" indent="0">
              <a:buNone/>
              <a:defRPr sz="1995"/>
            </a:lvl9pPr>
          </a:lstStyle>
          <a:p>
            <a:r>
              <a:rPr lang="ru-RU" dirty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00113" y="1625000"/>
            <a:ext cx="2916079" cy="4304162"/>
          </a:xfrm>
        </p:spPr>
        <p:txBody>
          <a:bodyPr/>
          <a:lstStyle>
            <a:lvl1pPr marL="0" indent="0">
              <a:buNone/>
              <a:defRPr sz="1596"/>
            </a:lvl1pPr>
            <a:lvl2pPr marL="456057" indent="0">
              <a:buNone/>
              <a:defRPr sz="1397"/>
            </a:lvl2pPr>
            <a:lvl3pPr marL="912114" indent="0">
              <a:buNone/>
              <a:defRPr sz="1197"/>
            </a:lvl3pPr>
            <a:lvl4pPr marL="1368171" indent="0">
              <a:buNone/>
              <a:defRPr sz="998"/>
            </a:lvl4pPr>
            <a:lvl5pPr marL="1824228" indent="0">
              <a:buNone/>
              <a:defRPr sz="998"/>
            </a:lvl5pPr>
            <a:lvl6pPr marL="2280285" indent="0">
              <a:buNone/>
              <a:defRPr sz="998"/>
            </a:lvl6pPr>
            <a:lvl7pPr marL="2736342" indent="0">
              <a:buNone/>
              <a:defRPr sz="998"/>
            </a:lvl7pPr>
            <a:lvl8pPr marL="3192399" indent="0">
              <a:buNone/>
              <a:defRPr sz="998"/>
            </a:lvl8pPr>
            <a:lvl9pPr marL="3648456" indent="0">
              <a:buNone/>
              <a:defRPr sz="998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F2F27-2E9A-5E43-AA18-A5B944132F59}" type="datetime1">
              <a:rPr lang="ru-RU" smtClean="0"/>
              <a:t>15.04.2026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4391C-B8C0-B24A-A837-316267417444}" type="slidenum">
              <a:rPr lang="ru-RU" smtClean="0"/>
              <a:t>‹#›</a:t>
            </a:fld>
            <a:endParaRPr lang="ru-RU"/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B47FAB26-A65D-A241-B811-CFF044D18B1A}"/>
              </a:ext>
            </a:extLst>
          </p:cNvPr>
          <p:cNvSpPr>
            <a:spLocks noGrp="1" noChangeAspect="1"/>
          </p:cNvSpPr>
          <p:nvPr>
            <p:ph type="pic" idx="13"/>
          </p:nvPr>
        </p:nvSpPr>
        <p:spPr>
          <a:xfrm>
            <a:off x="7019109" y="1674796"/>
            <a:ext cx="2321062" cy="4254366"/>
          </a:xfrm>
        </p:spPr>
        <p:txBody>
          <a:bodyPr anchor="t"/>
          <a:lstStyle>
            <a:lvl1pPr marL="0" indent="0">
              <a:buNone/>
              <a:defRPr sz="3192"/>
            </a:lvl1pPr>
            <a:lvl2pPr marL="456057" indent="0">
              <a:buNone/>
              <a:defRPr sz="2793"/>
            </a:lvl2pPr>
            <a:lvl3pPr marL="912114" indent="0">
              <a:buNone/>
              <a:defRPr sz="2394"/>
            </a:lvl3pPr>
            <a:lvl4pPr marL="1368171" indent="0">
              <a:buNone/>
              <a:defRPr sz="1995"/>
            </a:lvl4pPr>
            <a:lvl5pPr marL="1824228" indent="0">
              <a:buNone/>
              <a:defRPr sz="1995"/>
            </a:lvl5pPr>
            <a:lvl6pPr marL="2280285" indent="0">
              <a:buNone/>
              <a:defRPr sz="1995"/>
            </a:lvl6pPr>
            <a:lvl7pPr marL="2736342" indent="0">
              <a:buNone/>
              <a:defRPr sz="1995"/>
            </a:lvl7pPr>
            <a:lvl8pPr marL="3192399" indent="0">
              <a:buNone/>
              <a:defRPr sz="1995"/>
            </a:lvl8pPr>
            <a:lvl9pPr marL="3648456" indent="0">
              <a:buNone/>
              <a:defRPr sz="1995"/>
            </a:lvl9pPr>
          </a:lstStyle>
          <a:p>
            <a:r>
              <a:rPr lang="ru-RU" dirty="0"/>
              <a:t>Вставка рисунка</a:t>
            </a:r>
            <a:endParaRPr lang="en-US" dirty="0"/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D79F780C-3DBF-7240-9736-987FCF93B284}"/>
              </a:ext>
            </a:extLst>
          </p:cNvPr>
          <p:cNvSpPr>
            <a:spLocks noGrp="1" noChangeAspect="1"/>
          </p:cNvSpPr>
          <p:nvPr>
            <p:ph type="pic" idx="14"/>
          </p:nvPr>
        </p:nvSpPr>
        <p:spPr>
          <a:xfrm>
            <a:off x="9701349" y="1674796"/>
            <a:ext cx="2321062" cy="4254366"/>
          </a:xfrm>
        </p:spPr>
        <p:txBody>
          <a:bodyPr anchor="t"/>
          <a:lstStyle>
            <a:lvl1pPr marL="0" indent="0">
              <a:buNone/>
              <a:defRPr sz="3192"/>
            </a:lvl1pPr>
            <a:lvl2pPr marL="456057" indent="0">
              <a:buNone/>
              <a:defRPr sz="2793"/>
            </a:lvl2pPr>
            <a:lvl3pPr marL="912114" indent="0">
              <a:buNone/>
              <a:defRPr sz="2394"/>
            </a:lvl3pPr>
            <a:lvl4pPr marL="1368171" indent="0">
              <a:buNone/>
              <a:defRPr sz="1995"/>
            </a:lvl4pPr>
            <a:lvl5pPr marL="1824228" indent="0">
              <a:buNone/>
              <a:defRPr sz="1995"/>
            </a:lvl5pPr>
            <a:lvl6pPr marL="2280285" indent="0">
              <a:buNone/>
              <a:defRPr sz="1995"/>
            </a:lvl6pPr>
            <a:lvl7pPr marL="2736342" indent="0">
              <a:buNone/>
              <a:defRPr sz="1995"/>
            </a:lvl7pPr>
            <a:lvl8pPr marL="3192399" indent="0">
              <a:buNone/>
              <a:defRPr sz="1995"/>
            </a:lvl8pPr>
            <a:lvl9pPr marL="3648456" indent="0">
              <a:buNone/>
              <a:defRPr sz="1995"/>
            </a:lvl9pPr>
          </a:lstStyle>
          <a:p>
            <a:r>
              <a:rPr lang="ru-RU" dirty="0"/>
              <a:t>Вставка рисунка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16520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_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Рисунок 9">
            <a:extLst>
              <a:ext uri="{FF2B5EF4-FFF2-40B4-BE49-F238E27FC236}">
                <a16:creationId xmlns:a16="http://schemas.microsoft.com/office/drawing/2014/main" id="{312AC08A-0C3F-974B-BD93-826A8688647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56488" y="124477"/>
            <a:ext cx="1574789" cy="687181"/>
          </a:xfrm>
          <a:prstGeom prst="rect">
            <a:avLst/>
          </a:prstGeom>
        </p:spPr>
      </p:pic>
      <p:sp>
        <p:nvSpPr>
          <p:cNvPr id="18" name="Прямоугольник 4">
            <a:extLst>
              <a:ext uri="{FF2B5EF4-FFF2-40B4-BE49-F238E27FC236}">
                <a16:creationId xmlns:a16="http://schemas.microsoft.com/office/drawing/2014/main" id="{D5800CC3-8BB1-6E4A-B449-86804D5C4D71}"/>
              </a:ext>
            </a:extLst>
          </p:cNvPr>
          <p:cNvSpPr/>
          <p:nvPr userDrawn="1"/>
        </p:nvSpPr>
        <p:spPr>
          <a:xfrm>
            <a:off x="-3243" y="288565"/>
            <a:ext cx="894267" cy="3198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31EB201-11AF-9542-A909-0880047F2AF6}"/>
              </a:ext>
            </a:extLst>
          </p:cNvPr>
          <p:cNvSpPr txBox="1"/>
          <p:nvPr userDrawn="1"/>
        </p:nvSpPr>
        <p:spPr>
          <a:xfrm>
            <a:off x="554399" y="6407916"/>
            <a:ext cx="6156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202</a:t>
            </a:r>
            <a:r>
              <a:rPr lang="ru-RU" sz="1400" dirty="0">
                <a:solidFill>
                  <a:schemeClr val="bg1">
                    <a:lumMod val="50000"/>
                  </a:schemeClr>
                </a:solidFill>
              </a:rPr>
              <a:t>5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0814AB4-58FB-AE44-9B65-2430CAFB56B2}"/>
              </a:ext>
            </a:extLst>
          </p:cNvPr>
          <p:cNvCxnSpPr/>
          <p:nvPr userDrawn="1"/>
        </p:nvCxnSpPr>
        <p:spPr>
          <a:xfrm>
            <a:off x="1258529" y="6571637"/>
            <a:ext cx="2303433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92713" y="900000"/>
            <a:ext cx="9627700" cy="740592"/>
          </a:xfrm>
        </p:spPr>
        <p:txBody>
          <a:bodyPr anchor="t" anchorCtr="0"/>
          <a:lstStyle>
            <a:lvl1pPr>
              <a:defRPr sz="3192"/>
            </a:lvl1pPr>
          </a:lstStyle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340995" y="1674796"/>
            <a:ext cx="2321062" cy="1956678"/>
          </a:xfrm>
        </p:spPr>
        <p:txBody>
          <a:bodyPr anchor="t"/>
          <a:lstStyle>
            <a:lvl1pPr marL="0" indent="0">
              <a:buNone/>
              <a:defRPr sz="3192"/>
            </a:lvl1pPr>
            <a:lvl2pPr marL="456057" indent="0">
              <a:buNone/>
              <a:defRPr sz="2793"/>
            </a:lvl2pPr>
            <a:lvl3pPr marL="912114" indent="0">
              <a:buNone/>
              <a:defRPr sz="2394"/>
            </a:lvl3pPr>
            <a:lvl4pPr marL="1368171" indent="0">
              <a:buNone/>
              <a:defRPr sz="1995"/>
            </a:lvl4pPr>
            <a:lvl5pPr marL="1824228" indent="0">
              <a:buNone/>
              <a:defRPr sz="1995"/>
            </a:lvl5pPr>
            <a:lvl6pPr marL="2280285" indent="0">
              <a:buNone/>
              <a:defRPr sz="1995"/>
            </a:lvl6pPr>
            <a:lvl7pPr marL="2736342" indent="0">
              <a:buNone/>
              <a:defRPr sz="1995"/>
            </a:lvl7pPr>
            <a:lvl8pPr marL="3192399" indent="0">
              <a:buNone/>
              <a:defRPr sz="1995"/>
            </a:lvl8pPr>
            <a:lvl9pPr marL="3648456" indent="0">
              <a:buNone/>
              <a:defRPr sz="1995"/>
            </a:lvl9pPr>
          </a:lstStyle>
          <a:p>
            <a:r>
              <a:rPr lang="ru-RU" dirty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00113" y="1625000"/>
            <a:ext cx="2916079" cy="4304162"/>
          </a:xfrm>
        </p:spPr>
        <p:txBody>
          <a:bodyPr/>
          <a:lstStyle>
            <a:lvl1pPr marL="0" indent="0">
              <a:buNone/>
              <a:defRPr sz="1596"/>
            </a:lvl1pPr>
            <a:lvl2pPr marL="456057" indent="0">
              <a:buNone/>
              <a:defRPr sz="1397"/>
            </a:lvl2pPr>
            <a:lvl3pPr marL="912114" indent="0">
              <a:buNone/>
              <a:defRPr sz="1197"/>
            </a:lvl3pPr>
            <a:lvl4pPr marL="1368171" indent="0">
              <a:buNone/>
              <a:defRPr sz="998"/>
            </a:lvl4pPr>
            <a:lvl5pPr marL="1824228" indent="0">
              <a:buNone/>
              <a:defRPr sz="998"/>
            </a:lvl5pPr>
            <a:lvl6pPr marL="2280285" indent="0">
              <a:buNone/>
              <a:defRPr sz="998"/>
            </a:lvl6pPr>
            <a:lvl7pPr marL="2736342" indent="0">
              <a:buNone/>
              <a:defRPr sz="998"/>
            </a:lvl7pPr>
            <a:lvl8pPr marL="3192399" indent="0">
              <a:buNone/>
              <a:defRPr sz="998"/>
            </a:lvl8pPr>
            <a:lvl9pPr marL="3648456" indent="0">
              <a:buNone/>
              <a:defRPr sz="998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DFAC3-F2F2-2C4F-A0E5-E45C3D91474E}" type="datetime1">
              <a:rPr lang="ru-RU" smtClean="0"/>
              <a:t>15.04.2026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4391C-B8C0-B24A-A837-316267417444}" type="slidenum">
              <a:rPr lang="ru-RU" smtClean="0"/>
              <a:t>‹#›</a:t>
            </a:fld>
            <a:endParaRPr lang="ru-RU"/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B47FAB26-A65D-A241-B811-CFF044D18B1A}"/>
              </a:ext>
            </a:extLst>
          </p:cNvPr>
          <p:cNvSpPr>
            <a:spLocks noGrp="1" noChangeAspect="1"/>
          </p:cNvSpPr>
          <p:nvPr>
            <p:ph type="pic" idx="13"/>
          </p:nvPr>
        </p:nvSpPr>
        <p:spPr>
          <a:xfrm>
            <a:off x="7019109" y="1674796"/>
            <a:ext cx="2321062" cy="1956678"/>
          </a:xfrm>
        </p:spPr>
        <p:txBody>
          <a:bodyPr anchor="t"/>
          <a:lstStyle>
            <a:lvl1pPr marL="0" indent="0">
              <a:buNone/>
              <a:defRPr sz="3192"/>
            </a:lvl1pPr>
            <a:lvl2pPr marL="456057" indent="0">
              <a:buNone/>
              <a:defRPr sz="2793"/>
            </a:lvl2pPr>
            <a:lvl3pPr marL="912114" indent="0">
              <a:buNone/>
              <a:defRPr sz="2394"/>
            </a:lvl3pPr>
            <a:lvl4pPr marL="1368171" indent="0">
              <a:buNone/>
              <a:defRPr sz="1995"/>
            </a:lvl4pPr>
            <a:lvl5pPr marL="1824228" indent="0">
              <a:buNone/>
              <a:defRPr sz="1995"/>
            </a:lvl5pPr>
            <a:lvl6pPr marL="2280285" indent="0">
              <a:buNone/>
              <a:defRPr sz="1995"/>
            </a:lvl6pPr>
            <a:lvl7pPr marL="2736342" indent="0">
              <a:buNone/>
              <a:defRPr sz="1995"/>
            </a:lvl7pPr>
            <a:lvl8pPr marL="3192399" indent="0">
              <a:buNone/>
              <a:defRPr sz="1995"/>
            </a:lvl8pPr>
            <a:lvl9pPr marL="3648456" indent="0">
              <a:buNone/>
              <a:defRPr sz="1995"/>
            </a:lvl9pPr>
          </a:lstStyle>
          <a:p>
            <a:r>
              <a:rPr lang="ru-RU" dirty="0"/>
              <a:t>Вставка рисунка</a:t>
            </a:r>
            <a:endParaRPr lang="en-US" dirty="0"/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D79F780C-3DBF-7240-9736-987FCF93B284}"/>
              </a:ext>
            </a:extLst>
          </p:cNvPr>
          <p:cNvSpPr>
            <a:spLocks noGrp="1" noChangeAspect="1"/>
          </p:cNvSpPr>
          <p:nvPr>
            <p:ph type="pic" idx="14"/>
          </p:nvPr>
        </p:nvSpPr>
        <p:spPr>
          <a:xfrm>
            <a:off x="9701349" y="1674796"/>
            <a:ext cx="2321062" cy="1956678"/>
          </a:xfrm>
        </p:spPr>
        <p:txBody>
          <a:bodyPr anchor="t"/>
          <a:lstStyle>
            <a:lvl1pPr marL="0" indent="0">
              <a:buNone/>
              <a:defRPr sz="3192"/>
            </a:lvl1pPr>
            <a:lvl2pPr marL="456057" indent="0">
              <a:buNone/>
              <a:defRPr sz="2793"/>
            </a:lvl2pPr>
            <a:lvl3pPr marL="912114" indent="0">
              <a:buNone/>
              <a:defRPr sz="2394"/>
            </a:lvl3pPr>
            <a:lvl4pPr marL="1368171" indent="0">
              <a:buNone/>
              <a:defRPr sz="1995"/>
            </a:lvl4pPr>
            <a:lvl5pPr marL="1824228" indent="0">
              <a:buNone/>
              <a:defRPr sz="1995"/>
            </a:lvl5pPr>
            <a:lvl6pPr marL="2280285" indent="0">
              <a:buNone/>
              <a:defRPr sz="1995"/>
            </a:lvl6pPr>
            <a:lvl7pPr marL="2736342" indent="0">
              <a:buNone/>
              <a:defRPr sz="1995"/>
            </a:lvl7pPr>
            <a:lvl8pPr marL="3192399" indent="0">
              <a:buNone/>
              <a:defRPr sz="1995"/>
            </a:lvl8pPr>
            <a:lvl9pPr marL="3648456" indent="0">
              <a:buNone/>
              <a:defRPr sz="1995"/>
            </a:lvl9pPr>
          </a:lstStyle>
          <a:p>
            <a:r>
              <a:rPr lang="ru-RU" dirty="0"/>
              <a:t>Вставка рисунка</a:t>
            </a:r>
            <a:endParaRPr lang="en-US" dirty="0"/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33C0F341-B7E5-3845-B426-CA74C3BDAE4F}"/>
              </a:ext>
            </a:extLst>
          </p:cNvPr>
          <p:cNvSpPr>
            <a:spLocks noGrp="1" noChangeAspect="1"/>
          </p:cNvSpPr>
          <p:nvPr>
            <p:ph type="pic" idx="15"/>
          </p:nvPr>
        </p:nvSpPr>
        <p:spPr>
          <a:xfrm>
            <a:off x="4340995" y="4130613"/>
            <a:ext cx="2321062" cy="1956678"/>
          </a:xfrm>
        </p:spPr>
        <p:txBody>
          <a:bodyPr anchor="t"/>
          <a:lstStyle>
            <a:lvl1pPr marL="0" indent="0">
              <a:buNone/>
              <a:defRPr sz="3192"/>
            </a:lvl1pPr>
            <a:lvl2pPr marL="456057" indent="0">
              <a:buNone/>
              <a:defRPr sz="2793"/>
            </a:lvl2pPr>
            <a:lvl3pPr marL="912114" indent="0">
              <a:buNone/>
              <a:defRPr sz="2394"/>
            </a:lvl3pPr>
            <a:lvl4pPr marL="1368171" indent="0">
              <a:buNone/>
              <a:defRPr sz="1995"/>
            </a:lvl4pPr>
            <a:lvl5pPr marL="1824228" indent="0">
              <a:buNone/>
              <a:defRPr sz="1995"/>
            </a:lvl5pPr>
            <a:lvl6pPr marL="2280285" indent="0">
              <a:buNone/>
              <a:defRPr sz="1995"/>
            </a:lvl6pPr>
            <a:lvl7pPr marL="2736342" indent="0">
              <a:buNone/>
              <a:defRPr sz="1995"/>
            </a:lvl7pPr>
            <a:lvl8pPr marL="3192399" indent="0">
              <a:buNone/>
              <a:defRPr sz="1995"/>
            </a:lvl8pPr>
            <a:lvl9pPr marL="3648456" indent="0">
              <a:buNone/>
              <a:defRPr sz="1995"/>
            </a:lvl9pPr>
          </a:lstStyle>
          <a:p>
            <a:r>
              <a:rPr lang="ru-RU" dirty="0"/>
              <a:t>Вставка рисунка</a:t>
            </a:r>
            <a:endParaRPr lang="en-US" dirty="0"/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1BDE5803-8086-B245-97C9-CAE368D49BE0}"/>
              </a:ext>
            </a:extLst>
          </p:cNvPr>
          <p:cNvSpPr>
            <a:spLocks noGrp="1" noChangeAspect="1"/>
          </p:cNvSpPr>
          <p:nvPr>
            <p:ph type="pic" idx="16"/>
          </p:nvPr>
        </p:nvSpPr>
        <p:spPr>
          <a:xfrm>
            <a:off x="7019109" y="4130613"/>
            <a:ext cx="2321062" cy="1956678"/>
          </a:xfrm>
        </p:spPr>
        <p:txBody>
          <a:bodyPr anchor="t"/>
          <a:lstStyle>
            <a:lvl1pPr marL="0" indent="0">
              <a:buNone/>
              <a:defRPr sz="3192"/>
            </a:lvl1pPr>
            <a:lvl2pPr marL="456057" indent="0">
              <a:buNone/>
              <a:defRPr sz="2793"/>
            </a:lvl2pPr>
            <a:lvl3pPr marL="912114" indent="0">
              <a:buNone/>
              <a:defRPr sz="2394"/>
            </a:lvl3pPr>
            <a:lvl4pPr marL="1368171" indent="0">
              <a:buNone/>
              <a:defRPr sz="1995"/>
            </a:lvl4pPr>
            <a:lvl5pPr marL="1824228" indent="0">
              <a:buNone/>
              <a:defRPr sz="1995"/>
            </a:lvl5pPr>
            <a:lvl6pPr marL="2280285" indent="0">
              <a:buNone/>
              <a:defRPr sz="1995"/>
            </a:lvl6pPr>
            <a:lvl7pPr marL="2736342" indent="0">
              <a:buNone/>
              <a:defRPr sz="1995"/>
            </a:lvl7pPr>
            <a:lvl8pPr marL="3192399" indent="0">
              <a:buNone/>
              <a:defRPr sz="1995"/>
            </a:lvl8pPr>
            <a:lvl9pPr marL="3648456" indent="0">
              <a:buNone/>
              <a:defRPr sz="1995"/>
            </a:lvl9pPr>
          </a:lstStyle>
          <a:p>
            <a:r>
              <a:rPr lang="ru-RU" dirty="0"/>
              <a:t>Вставка рисунка</a:t>
            </a:r>
            <a:endParaRPr lang="en-US" dirty="0"/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6047B218-8FD4-6348-A347-47AB398FF2D4}"/>
              </a:ext>
            </a:extLst>
          </p:cNvPr>
          <p:cNvSpPr>
            <a:spLocks noGrp="1" noChangeAspect="1"/>
          </p:cNvSpPr>
          <p:nvPr>
            <p:ph type="pic" idx="17"/>
          </p:nvPr>
        </p:nvSpPr>
        <p:spPr>
          <a:xfrm>
            <a:off x="9701349" y="4130613"/>
            <a:ext cx="2321062" cy="1956678"/>
          </a:xfrm>
        </p:spPr>
        <p:txBody>
          <a:bodyPr anchor="t"/>
          <a:lstStyle>
            <a:lvl1pPr marL="0" indent="0">
              <a:buNone/>
              <a:defRPr sz="3192"/>
            </a:lvl1pPr>
            <a:lvl2pPr marL="456057" indent="0">
              <a:buNone/>
              <a:defRPr sz="2793"/>
            </a:lvl2pPr>
            <a:lvl3pPr marL="912114" indent="0">
              <a:buNone/>
              <a:defRPr sz="2394"/>
            </a:lvl3pPr>
            <a:lvl4pPr marL="1368171" indent="0">
              <a:buNone/>
              <a:defRPr sz="1995"/>
            </a:lvl4pPr>
            <a:lvl5pPr marL="1824228" indent="0">
              <a:buNone/>
              <a:defRPr sz="1995"/>
            </a:lvl5pPr>
            <a:lvl6pPr marL="2280285" indent="0">
              <a:buNone/>
              <a:defRPr sz="1995"/>
            </a:lvl6pPr>
            <a:lvl7pPr marL="2736342" indent="0">
              <a:buNone/>
              <a:defRPr sz="1995"/>
            </a:lvl7pPr>
            <a:lvl8pPr marL="3192399" indent="0">
              <a:buNone/>
              <a:defRPr sz="1995"/>
            </a:lvl8pPr>
            <a:lvl9pPr marL="3648456" indent="0">
              <a:buNone/>
              <a:defRPr sz="1995"/>
            </a:lvl9pPr>
          </a:lstStyle>
          <a:p>
            <a:r>
              <a:rPr lang="ru-RU" dirty="0"/>
              <a:t>Вставка рисунка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6018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9">
            <a:extLst>
              <a:ext uri="{FF2B5EF4-FFF2-40B4-BE49-F238E27FC236}">
                <a16:creationId xmlns:a16="http://schemas.microsoft.com/office/drawing/2014/main" id="{80D31F51-3F1C-8045-99BC-14A4D28EDAD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56488" y="124477"/>
            <a:ext cx="1574789" cy="687181"/>
          </a:xfrm>
          <a:prstGeom prst="rect">
            <a:avLst/>
          </a:prstGeom>
        </p:spPr>
      </p:pic>
      <p:sp>
        <p:nvSpPr>
          <p:cNvPr id="8" name="Прямоугольник 4">
            <a:extLst>
              <a:ext uri="{FF2B5EF4-FFF2-40B4-BE49-F238E27FC236}">
                <a16:creationId xmlns:a16="http://schemas.microsoft.com/office/drawing/2014/main" id="{6901C6BE-CE43-1C49-A547-8D7E87965F71}"/>
              </a:ext>
            </a:extLst>
          </p:cNvPr>
          <p:cNvSpPr/>
          <p:nvPr userDrawn="1"/>
        </p:nvSpPr>
        <p:spPr>
          <a:xfrm>
            <a:off x="-3243" y="288565"/>
            <a:ext cx="894267" cy="3198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769650-3A35-3642-883C-A870CBC46FCC}"/>
              </a:ext>
            </a:extLst>
          </p:cNvPr>
          <p:cNvSpPr txBox="1"/>
          <p:nvPr userDrawn="1"/>
        </p:nvSpPr>
        <p:spPr>
          <a:xfrm>
            <a:off x="554399" y="6407916"/>
            <a:ext cx="6156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202</a:t>
            </a:r>
            <a:r>
              <a:rPr lang="ru-RU" sz="1400" dirty="0">
                <a:solidFill>
                  <a:schemeClr val="bg1">
                    <a:lumMod val="50000"/>
                  </a:schemeClr>
                </a:solidFill>
              </a:rPr>
              <a:t>5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BE4A2AA-05E3-7F4E-879C-E04CB11781C0}"/>
              </a:ext>
            </a:extLst>
          </p:cNvPr>
          <p:cNvCxnSpPr/>
          <p:nvPr userDrawn="1"/>
        </p:nvCxnSpPr>
        <p:spPr>
          <a:xfrm>
            <a:off x="1258529" y="6571637"/>
            <a:ext cx="2303433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4274" y="1705385"/>
            <a:ext cx="11178302" cy="2845473"/>
          </a:xfrm>
        </p:spPr>
        <p:txBody>
          <a:bodyPr anchor="b"/>
          <a:lstStyle>
            <a:lvl1pPr>
              <a:defRPr sz="5985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4274" y="4577778"/>
            <a:ext cx="11178302" cy="1496367"/>
          </a:xfrm>
        </p:spPr>
        <p:txBody>
          <a:bodyPr/>
          <a:lstStyle>
            <a:lvl1pPr marL="0" indent="0">
              <a:buNone/>
              <a:defRPr sz="2394">
                <a:solidFill>
                  <a:schemeClr val="tx1">
                    <a:tint val="75000"/>
                  </a:schemeClr>
                </a:solidFill>
              </a:defRPr>
            </a:lvl1pPr>
            <a:lvl2pPr marL="456057" indent="0">
              <a:buNone/>
              <a:defRPr sz="1995">
                <a:solidFill>
                  <a:schemeClr val="tx1">
                    <a:tint val="75000"/>
                  </a:schemeClr>
                </a:solidFill>
              </a:defRPr>
            </a:lvl2pPr>
            <a:lvl3pPr marL="912114" indent="0">
              <a:buNone/>
              <a:defRPr sz="1795">
                <a:solidFill>
                  <a:schemeClr val="tx1">
                    <a:tint val="75000"/>
                  </a:schemeClr>
                </a:solidFill>
              </a:defRPr>
            </a:lvl3pPr>
            <a:lvl4pPr marL="1368171" indent="0">
              <a:buNone/>
              <a:defRPr sz="1596">
                <a:solidFill>
                  <a:schemeClr val="tx1">
                    <a:tint val="75000"/>
                  </a:schemeClr>
                </a:solidFill>
              </a:defRPr>
            </a:lvl4pPr>
            <a:lvl5pPr marL="1824228" indent="0">
              <a:buNone/>
              <a:defRPr sz="1596">
                <a:solidFill>
                  <a:schemeClr val="tx1">
                    <a:tint val="75000"/>
                  </a:schemeClr>
                </a:solidFill>
              </a:defRPr>
            </a:lvl5pPr>
            <a:lvl6pPr marL="2280285" indent="0">
              <a:buNone/>
              <a:defRPr sz="1596">
                <a:solidFill>
                  <a:schemeClr val="tx1">
                    <a:tint val="75000"/>
                  </a:schemeClr>
                </a:solidFill>
              </a:defRPr>
            </a:lvl6pPr>
            <a:lvl7pPr marL="2736342" indent="0">
              <a:buNone/>
              <a:defRPr sz="1596">
                <a:solidFill>
                  <a:schemeClr val="tx1">
                    <a:tint val="75000"/>
                  </a:schemeClr>
                </a:solidFill>
              </a:defRPr>
            </a:lvl7pPr>
            <a:lvl8pPr marL="3192399" indent="0">
              <a:buNone/>
              <a:defRPr sz="1596">
                <a:solidFill>
                  <a:schemeClr val="tx1">
                    <a:tint val="75000"/>
                  </a:schemeClr>
                </a:solidFill>
              </a:defRPr>
            </a:lvl8pPr>
            <a:lvl9pPr marL="3648456" indent="0">
              <a:buNone/>
              <a:defRPr sz="159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0D0A1-1F54-6D46-B9B0-6ADD85C235EC}" type="datetime1">
              <a:rPr lang="ru-RU" smtClean="0"/>
              <a:t>15.04.2026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4391C-B8C0-B24A-A837-316267417444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674649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9">
            <a:extLst>
              <a:ext uri="{FF2B5EF4-FFF2-40B4-BE49-F238E27FC236}">
                <a16:creationId xmlns:a16="http://schemas.microsoft.com/office/drawing/2014/main" id="{FFBF45D3-592B-3C42-AB8F-2FDFA93DD18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56488" y="124477"/>
            <a:ext cx="1574789" cy="687181"/>
          </a:xfrm>
          <a:prstGeom prst="rect">
            <a:avLst/>
          </a:prstGeom>
        </p:spPr>
      </p:pic>
      <p:sp>
        <p:nvSpPr>
          <p:cNvPr id="7" name="Прямоугольник 4">
            <a:extLst>
              <a:ext uri="{FF2B5EF4-FFF2-40B4-BE49-F238E27FC236}">
                <a16:creationId xmlns:a16="http://schemas.microsoft.com/office/drawing/2014/main" id="{29BDF7A5-C047-1149-97E2-5FF2F7C15BEB}"/>
              </a:ext>
            </a:extLst>
          </p:cNvPr>
          <p:cNvSpPr/>
          <p:nvPr userDrawn="1"/>
        </p:nvSpPr>
        <p:spPr>
          <a:xfrm>
            <a:off x="-3243" y="288565"/>
            <a:ext cx="894267" cy="3198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1ACB84-12E8-B04C-B361-EFA20FF74E23}"/>
              </a:ext>
            </a:extLst>
          </p:cNvPr>
          <p:cNvSpPr txBox="1"/>
          <p:nvPr userDrawn="1"/>
        </p:nvSpPr>
        <p:spPr>
          <a:xfrm>
            <a:off x="554399" y="6407916"/>
            <a:ext cx="6156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202</a:t>
            </a:r>
            <a:r>
              <a:rPr lang="ru-RU" sz="1400" dirty="0">
                <a:solidFill>
                  <a:schemeClr val="bg1">
                    <a:lumMod val="50000"/>
                  </a:schemeClr>
                </a:solidFill>
              </a:rPr>
              <a:t>5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A2AF39C-AEEB-974B-9D14-519ED62E1CFE}"/>
              </a:ext>
            </a:extLst>
          </p:cNvPr>
          <p:cNvCxnSpPr/>
          <p:nvPr userDrawn="1"/>
        </p:nvCxnSpPr>
        <p:spPr>
          <a:xfrm>
            <a:off x="1258529" y="6571637"/>
            <a:ext cx="2303433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49CDA-6D70-FA48-B8E7-6D7A153E7A07}" type="datetime1">
              <a:rPr lang="ru-RU" smtClean="0"/>
              <a:t>15.04.2026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4391C-B8C0-B24A-A837-3162674174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84481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Титульный слайд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6864" y="1616634"/>
            <a:ext cx="10423442" cy="2200943"/>
          </a:xfrm>
        </p:spPr>
        <p:txBody>
          <a:bodyPr anchor="b"/>
          <a:lstStyle>
            <a:lvl1pPr algn="l">
              <a:defRPr sz="32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6864" y="3971148"/>
            <a:ext cx="10423443" cy="819675"/>
          </a:xfrm>
        </p:spPr>
        <p:txBody>
          <a:bodyPr/>
          <a:lstStyle>
            <a:lvl1pPr marL="0" indent="0" algn="l">
              <a:buNone/>
              <a:defRPr sz="2394">
                <a:solidFill>
                  <a:schemeClr val="bg1"/>
                </a:solidFill>
              </a:defRPr>
            </a:lvl1pPr>
            <a:lvl2pPr marL="456057" indent="0" algn="ctr">
              <a:buNone/>
              <a:defRPr sz="1995"/>
            </a:lvl2pPr>
            <a:lvl3pPr marL="912114" indent="0" algn="ctr">
              <a:buNone/>
              <a:defRPr sz="1795"/>
            </a:lvl3pPr>
            <a:lvl4pPr marL="1368171" indent="0" algn="ctr">
              <a:buNone/>
              <a:defRPr sz="1596"/>
            </a:lvl4pPr>
            <a:lvl5pPr marL="1824228" indent="0" algn="ctr">
              <a:buNone/>
              <a:defRPr sz="1596"/>
            </a:lvl5pPr>
            <a:lvl6pPr marL="2280285" indent="0" algn="ctr">
              <a:buNone/>
              <a:defRPr sz="1596"/>
            </a:lvl6pPr>
            <a:lvl7pPr marL="2736342" indent="0" algn="ctr">
              <a:buNone/>
              <a:defRPr sz="1596"/>
            </a:lvl7pPr>
            <a:lvl8pPr marL="3192399" indent="0" algn="ctr">
              <a:buNone/>
              <a:defRPr sz="1596"/>
            </a:lvl8pPr>
            <a:lvl9pPr marL="3648456" indent="0" algn="ctr">
              <a:buNone/>
              <a:defRPr sz="1596"/>
            </a:lvl9pPr>
          </a:lstStyle>
          <a:p>
            <a:r>
              <a:rPr lang="ru-RU" dirty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5A16B-6D6F-7E43-8715-9A6C2BF58A22}" type="datetime1">
              <a:rPr lang="ru-RU" smtClean="0"/>
              <a:t>15.04.2026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7" name="Рисунок 21">
            <a:extLst>
              <a:ext uri="{FF2B5EF4-FFF2-40B4-BE49-F238E27FC236}">
                <a16:creationId xmlns:a16="http://schemas.microsoft.com/office/drawing/2014/main" id="{D5D3EC2F-7B9F-0D4F-B5B9-E23034A23E1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770520" y="0"/>
            <a:ext cx="4189830" cy="6840538"/>
          </a:xfrm>
          <a:prstGeom prst="rect">
            <a:avLst/>
          </a:prstGeom>
        </p:spPr>
      </p:pic>
      <p:pic>
        <p:nvPicPr>
          <p:cNvPr id="8" name="Рисунок 13">
            <a:extLst>
              <a:ext uri="{FF2B5EF4-FFF2-40B4-BE49-F238E27FC236}">
                <a16:creationId xmlns:a16="http://schemas.microsoft.com/office/drawing/2014/main" id="{1BB3811F-5FB4-9A4D-A5EA-3D5E83D3789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53760" y="329338"/>
            <a:ext cx="1862895" cy="81967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416C21D-C47C-8E49-8ABF-DE72CA198984}"/>
              </a:ext>
            </a:extLst>
          </p:cNvPr>
          <p:cNvSpPr txBox="1"/>
          <p:nvPr userDrawn="1"/>
        </p:nvSpPr>
        <p:spPr>
          <a:xfrm rot="16200000">
            <a:off x="11761283" y="930593"/>
            <a:ext cx="690614" cy="30777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r>
              <a:rPr lang="ru-RU" sz="1800" dirty="0">
                <a:solidFill>
                  <a:schemeClr val="bg1"/>
                </a:solidFill>
              </a:rPr>
              <a:t>2025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1FBA60E-9DD6-E54E-A6C9-CFA5BB21B4C1}"/>
              </a:ext>
            </a:extLst>
          </p:cNvPr>
          <p:cNvCxnSpPr/>
          <p:nvPr userDrawn="1"/>
        </p:nvCxnSpPr>
        <p:spPr>
          <a:xfrm>
            <a:off x="12128268" y="1404850"/>
            <a:ext cx="0" cy="2302626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04C167B5-CF88-8F40-A4B5-CA8730DFE560}"/>
              </a:ext>
            </a:extLst>
          </p:cNvPr>
          <p:cNvSpPr txBox="1"/>
          <p:nvPr userDrawn="1"/>
        </p:nvSpPr>
        <p:spPr>
          <a:xfrm rot="16200000">
            <a:off x="11574784" y="5590478"/>
            <a:ext cx="1097102" cy="30777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ru-RU" sz="1600" spc="100" baseline="0" dirty="0" err="1">
                <a:solidFill>
                  <a:schemeClr val="bg1"/>
                </a:solidFill>
              </a:rPr>
              <a:t>РАНХиГС</a:t>
            </a:r>
            <a:endParaRPr lang="ru-RU" sz="1600" spc="100" baseline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85252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7_Титульный слайд">
    <p:bg>
      <p:bgPr>
        <a:solidFill>
          <a:schemeClr val="tx1">
            <a:lumMod val="50000"/>
            <a:lumOff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6864" y="1616636"/>
            <a:ext cx="10423442" cy="2200943"/>
          </a:xfrm>
        </p:spPr>
        <p:txBody>
          <a:bodyPr anchor="b"/>
          <a:lstStyle>
            <a:lvl1pPr algn="l">
              <a:defRPr sz="32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6864" y="3971150"/>
            <a:ext cx="10423443" cy="819675"/>
          </a:xfrm>
        </p:spPr>
        <p:txBody>
          <a:bodyPr/>
          <a:lstStyle>
            <a:lvl1pPr marL="0" indent="0" algn="l">
              <a:buNone/>
              <a:defRPr sz="2394">
                <a:solidFill>
                  <a:schemeClr val="bg1"/>
                </a:solidFill>
              </a:defRPr>
            </a:lvl1pPr>
            <a:lvl2pPr marL="456057" indent="0" algn="ctr">
              <a:buNone/>
              <a:defRPr sz="1995"/>
            </a:lvl2pPr>
            <a:lvl3pPr marL="912114" indent="0" algn="ctr">
              <a:buNone/>
              <a:defRPr sz="1795"/>
            </a:lvl3pPr>
            <a:lvl4pPr marL="1368171" indent="0" algn="ctr">
              <a:buNone/>
              <a:defRPr sz="1596"/>
            </a:lvl4pPr>
            <a:lvl5pPr marL="1824228" indent="0" algn="ctr">
              <a:buNone/>
              <a:defRPr sz="1596"/>
            </a:lvl5pPr>
            <a:lvl6pPr marL="2280285" indent="0" algn="ctr">
              <a:buNone/>
              <a:defRPr sz="1596"/>
            </a:lvl6pPr>
            <a:lvl7pPr marL="2736342" indent="0" algn="ctr">
              <a:buNone/>
              <a:defRPr sz="1596"/>
            </a:lvl7pPr>
            <a:lvl8pPr marL="3192399" indent="0" algn="ctr">
              <a:buNone/>
              <a:defRPr sz="1596"/>
            </a:lvl8pPr>
            <a:lvl9pPr marL="3648456" indent="0" algn="ctr">
              <a:buNone/>
              <a:defRPr sz="1596"/>
            </a:lvl9pPr>
          </a:lstStyle>
          <a:p>
            <a:r>
              <a:rPr lang="ru-RU" dirty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5A16B-6D6F-7E43-8715-9A6C2BF58A22}" type="datetime1">
              <a:rPr lang="ru-RU" smtClean="0"/>
              <a:t>15.04.2026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7" name="Рисунок 21">
            <a:extLst>
              <a:ext uri="{FF2B5EF4-FFF2-40B4-BE49-F238E27FC236}">
                <a16:creationId xmlns:a16="http://schemas.microsoft.com/office/drawing/2014/main" id="{D5D3EC2F-7B9F-0D4F-B5B9-E23034A23E1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770520" y="0"/>
            <a:ext cx="4189830" cy="6840538"/>
          </a:xfrm>
          <a:prstGeom prst="rect">
            <a:avLst/>
          </a:prstGeom>
        </p:spPr>
      </p:pic>
      <p:pic>
        <p:nvPicPr>
          <p:cNvPr id="8" name="Рисунок 13">
            <a:extLst>
              <a:ext uri="{FF2B5EF4-FFF2-40B4-BE49-F238E27FC236}">
                <a16:creationId xmlns:a16="http://schemas.microsoft.com/office/drawing/2014/main" id="{1BB3811F-5FB4-9A4D-A5EA-3D5E83D3789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53760" y="329338"/>
            <a:ext cx="1862895" cy="81967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416C21D-C47C-8E49-8ABF-DE72CA198984}"/>
              </a:ext>
            </a:extLst>
          </p:cNvPr>
          <p:cNvSpPr txBox="1"/>
          <p:nvPr userDrawn="1"/>
        </p:nvSpPr>
        <p:spPr>
          <a:xfrm rot="16200000">
            <a:off x="11761283" y="930593"/>
            <a:ext cx="690614" cy="30777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r>
              <a:rPr lang="ru-RU" sz="1800" dirty="0">
                <a:solidFill>
                  <a:schemeClr val="bg1"/>
                </a:solidFill>
              </a:rPr>
              <a:t>2023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1FBA60E-9DD6-E54E-A6C9-CFA5BB21B4C1}"/>
              </a:ext>
            </a:extLst>
          </p:cNvPr>
          <p:cNvCxnSpPr/>
          <p:nvPr userDrawn="1"/>
        </p:nvCxnSpPr>
        <p:spPr>
          <a:xfrm>
            <a:off x="12128268" y="1404850"/>
            <a:ext cx="0" cy="2302626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04C167B5-CF88-8F40-A4B5-CA8730DFE560}"/>
              </a:ext>
            </a:extLst>
          </p:cNvPr>
          <p:cNvSpPr txBox="1"/>
          <p:nvPr userDrawn="1"/>
        </p:nvSpPr>
        <p:spPr>
          <a:xfrm rot="16200000">
            <a:off x="11574784" y="5590478"/>
            <a:ext cx="1097102" cy="30777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ru-RU" sz="1600" spc="100" baseline="0" dirty="0" err="1">
                <a:solidFill>
                  <a:schemeClr val="bg1"/>
                </a:solidFill>
              </a:rPr>
              <a:t>РАНХиГС</a:t>
            </a:r>
            <a:endParaRPr lang="ru-RU" sz="1600" spc="100" baseline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58943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8_Титульный слайд"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6864" y="1616636"/>
            <a:ext cx="10423442" cy="2200943"/>
          </a:xfrm>
        </p:spPr>
        <p:txBody>
          <a:bodyPr anchor="b"/>
          <a:lstStyle>
            <a:lvl1pPr algn="l">
              <a:defRPr sz="32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6864" y="3971150"/>
            <a:ext cx="10423443" cy="819675"/>
          </a:xfrm>
        </p:spPr>
        <p:txBody>
          <a:bodyPr/>
          <a:lstStyle>
            <a:lvl1pPr marL="0" indent="0" algn="l">
              <a:buNone/>
              <a:defRPr sz="2394">
                <a:solidFill>
                  <a:schemeClr val="bg1"/>
                </a:solidFill>
              </a:defRPr>
            </a:lvl1pPr>
            <a:lvl2pPr marL="456057" indent="0" algn="ctr">
              <a:buNone/>
              <a:defRPr sz="1995"/>
            </a:lvl2pPr>
            <a:lvl3pPr marL="912114" indent="0" algn="ctr">
              <a:buNone/>
              <a:defRPr sz="1795"/>
            </a:lvl3pPr>
            <a:lvl4pPr marL="1368171" indent="0" algn="ctr">
              <a:buNone/>
              <a:defRPr sz="1596"/>
            </a:lvl4pPr>
            <a:lvl5pPr marL="1824228" indent="0" algn="ctr">
              <a:buNone/>
              <a:defRPr sz="1596"/>
            </a:lvl5pPr>
            <a:lvl6pPr marL="2280285" indent="0" algn="ctr">
              <a:buNone/>
              <a:defRPr sz="1596"/>
            </a:lvl6pPr>
            <a:lvl7pPr marL="2736342" indent="0" algn="ctr">
              <a:buNone/>
              <a:defRPr sz="1596"/>
            </a:lvl7pPr>
            <a:lvl8pPr marL="3192399" indent="0" algn="ctr">
              <a:buNone/>
              <a:defRPr sz="1596"/>
            </a:lvl8pPr>
            <a:lvl9pPr marL="3648456" indent="0" algn="ctr">
              <a:buNone/>
              <a:defRPr sz="1596"/>
            </a:lvl9pPr>
          </a:lstStyle>
          <a:p>
            <a:r>
              <a:rPr lang="ru-RU" dirty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5A16B-6D6F-7E43-8715-9A6C2BF58A22}" type="datetime1">
              <a:rPr lang="ru-RU" smtClean="0"/>
              <a:t>15.04.2026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7" name="Рисунок 21">
            <a:extLst>
              <a:ext uri="{FF2B5EF4-FFF2-40B4-BE49-F238E27FC236}">
                <a16:creationId xmlns:a16="http://schemas.microsoft.com/office/drawing/2014/main" id="{D5D3EC2F-7B9F-0D4F-B5B9-E23034A23E1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770520" y="0"/>
            <a:ext cx="4189830" cy="6840538"/>
          </a:xfrm>
          <a:prstGeom prst="rect">
            <a:avLst/>
          </a:prstGeom>
        </p:spPr>
      </p:pic>
      <p:pic>
        <p:nvPicPr>
          <p:cNvPr id="8" name="Рисунок 13">
            <a:extLst>
              <a:ext uri="{FF2B5EF4-FFF2-40B4-BE49-F238E27FC236}">
                <a16:creationId xmlns:a16="http://schemas.microsoft.com/office/drawing/2014/main" id="{1BB3811F-5FB4-9A4D-A5EA-3D5E83D3789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53760" y="329338"/>
            <a:ext cx="1862895" cy="81967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416C21D-C47C-8E49-8ABF-DE72CA198984}"/>
              </a:ext>
            </a:extLst>
          </p:cNvPr>
          <p:cNvSpPr txBox="1"/>
          <p:nvPr userDrawn="1"/>
        </p:nvSpPr>
        <p:spPr>
          <a:xfrm rot="16200000">
            <a:off x="11761283" y="930593"/>
            <a:ext cx="690614" cy="30777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r>
              <a:rPr lang="ru-RU" sz="1800" dirty="0">
                <a:solidFill>
                  <a:schemeClr val="bg1"/>
                </a:solidFill>
              </a:rPr>
              <a:t>2023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1FBA60E-9DD6-E54E-A6C9-CFA5BB21B4C1}"/>
              </a:ext>
            </a:extLst>
          </p:cNvPr>
          <p:cNvCxnSpPr/>
          <p:nvPr userDrawn="1"/>
        </p:nvCxnSpPr>
        <p:spPr>
          <a:xfrm>
            <a:off x="12128268" y="1404850"/>
            <a:ext cx="0" cy="2302626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04C167B5-CF88-8F40-A4B5-CA8730DFE560}"/>
              </a:ext>
            </a:extLst>
          </p:cNvPr>
          <p:cNvSpPr txBox="1"/>
          <p:nvPr userDrawn="1"/>
        </p:nvSpPr>
        <p:spPr>
          <a:xfrm rot="16200000">
            <a:off x="11574784" y="5590478"/>
            <a:ext cx="1097102" cy="30777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ru-RU" sz="1600" spc="100" baseline="0" dirty="0" err="1">
                <a:solidFill>
                  <a:schemeClr val="bg1"/>
                </a:solidFill>
              </a:rPr>
              <a:t>РАНХиГС</a:t>
            </a:r>
            <a:endParaRPr lang="ru-RU" sz="1600" spc="100" baseline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41707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1024" y="900000"/>
            <a:ext cx="9576679" cy="71435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91024" y="1820976"/>
            <a:ext cx="11205726" cy="434025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91024" y="7084883"/>
            <a:ext cx="2916079" cy="3641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97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357F375-12B8-4849-BF4D-9AACA101A6E6}" type="datetime1">
              <a:rPr lang="ru-RU" smtClean="0"/>
              <a:t>15.04.2026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70567" y="7084884"/>
            <a:ext cx="4374118" cy="3641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97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65463" y="266377"/>
            <a:ext cx="738132" cy="3641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73D4391C-B8C0-B24A-A837-31626741744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726088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5" r:id="rId2"/>
    <p:sldLayoutId id="2147483673" r:id="rId3"/>
    <p:sldLayoutId id="2147483689" r:id="rId4"/>
    <p:sldLayoutId id="2147483690" r:id="rId5"/>
    <p:sldLayoutId id="2147483674" r:id="rId6"/>
    <p:sldLayoutId id="2147483681" r:id="rId7"/>
    <p:sldLayoutId id="2147483686" r:id="rId8"/>
    <p:sldLayoutId id="2147483687" r:id="rId9"/>
    <p:sldLayoutId id="2147483688" r:id="rId10"/>
    <p:sldLayoutId id="2147483675" r:id="rId11"/>
    <p:sldLayoutId id="2147483678" r:id="rId12"/>
    <p:sldLayoutId id="2147483684" r:id="rId13"/>
    <p:sldLayoutId id="2147483695" r:id="rId14"/>
    <p:sldLayoutId id="2147483696" r:id="rId15"/>
  </p:sldLayoutIdLst>
  <p:hf hdr="0" ftr="0" dt="0"/>
  <p:txStyles>
    <p:titleStyle>
      <a:lvl1pPr algn="l" defTabSz="912114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2114" rtl="0" eaLnBrk="1" latinLnBrk="0" hangingPunct="1">
        <a:lnSpc>
          <a:spcPct val="100000"/>
        </a:lnSpc>
        <a:spcBef>
          <a:spcPts val="998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0" indent="0" algn="l" defTabSz="912114" rtl="0" eaLnBrk="1" latinLnBrk="0" hangingPunct="1">
        <a:lnSpc>
          <a:spcPct val="100000"/>
        </a:lnSpc>
        <a:spcBef>
          <a:spcPts val="499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0" indent="0" algn="l" defTabSz="912114" rtl="0" eaLnBrk="1" latinLnBrk="0" hangingPunct="1">
        <a:lnSpc>
          <a:spcPct val="100000"/>
        </a:lnSpc>
        <a:spcBef>
          <a:spcPts val="499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0" indent="0" algn="l" defTabSz="912114" rtl="0" eaLnBrk="1" latinLnBrk="0" hangingPunct="1">
        <a:lnSpc>
          <a:spcPct val="100000"/>
        </a:lnSpc>
        <a:spcBef>
          <a:spcPts val="499"/>
        </a:spcBef>
        <a:buFont typeface="Arial" panose="020B0604020202020204" pitchFamily="34" charset="0"/>
        <a:buNone/>
        <a:defRPr sz="1200" kern="1200">
          <a:solidFill>
            <a:srgbClr val="6D6D6D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0" indent="0" algn="l" defTabSz="912114" rtl="0" eaLnBrk="1" latinLnBrk="0" hangingPunct="1">
        <a:lnSpc>
          <a:spcPct val="100000"/>
        </a:lnSpc>
        <a:spcBef>
          <a:spcPts val="499"/>
        </a:spcBef>
        <a:buFont typeface="Arial" panose="020B0604020202020204" pitchFamily="34" charset="0"/>
        <a:buNone/>
        <a:defRPr sz="1000" kern="1200">
          <a:solidFill>
            <a:srgbClr val="6D6D6D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08314" indent="-228029" algn="l" defTabSz="91211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6pPr>
      <a:lvl7pPr marL="2964371" indent="-228029" algn="l" defTabSz="91211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7pPr>
      <a:lvl8pPr marL="3420428" indent="-228029" algn="l" defTabSz="91211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8pPr>
      <a:lvl9pPr marL="3876485" indent="-228029" algn="l" defTabSz="91211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1pPr>
      <a:lvl2pPr marL="456057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2pPr>
      <a:lvl3pPr marL="912114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3pPr>
      <a:lvl4pPr marL="1368171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4pPr>
      <a:lvl5pPr marL="1824228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5pPr>
      <a:lvl6pPr marL="2280285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6pPr>
      <a:lvl7pPr marL="2736342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7pPr>
      <a:lvl8pPr marL="3192399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8pPr>
      <a:lvl9pPr marL="3648456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54" userDrawn="1">
          <p15:clr>
            <a:srgbClr val="F26B43"/>
          </p15:clr>
        </p15:guide>
        <p15:guide id="2" pos="4082" userDrawn="1">
          <p15:clr>
            <a:srgbClr val="F26B43"/>
          </p15:clr>
        </p15:guide>
        <p15:guide id="3" orient="horz" pos="385" userDrawn="1">
          <p15:clr>
            <a:srgbClr val="F26B43"/>
          </p15:clr>
        </p15:guide>
        <p15:guide id="4" orient="horz" pos="3969" userDrawn="1">
          <p15:clr>
            <a:srgbClr val="F26B43"/>
          </p15:clr>
        </p15:guide>
        <p15:guide id="5" pos="567" userDrawn="1">
          <p15:clr>
            <a:srgbClr val="F26B43"/>
          </p15:clr>
        </p15:guide>
        <p15:guide id="6" pos="762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283B779-785B-C549-98BC-FD63CEA37A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1417" y="2209157"/>
            <a:ext cx="10423443" cy="1211112"/>
          </a:xfrm>
        </p:spPr>
        <p:txBody>
          <a:bodyPr/>
          <a:lstStyle/>
          <a:p>
            <a:pPr algn="ctr"/>
            <a:br>
              <a:rPr lang="ru-RU" b="1" dirty="0">
                <a:solidFill>
                  <a:schemeClr val="tx1"/>
                </a:solidFill>
              </a:rPr>
            </a:br>
            <a:r>
              <a:rPr lang="ru-RU" b="1" dirty="0">
                <a:solidFill>
                  <a:schemeClr val="tx1"/>
                </a:solidFill>
              </a:rPr>
              <a:t>Машинное обучение для Интернета вещей и мобильных устройств </a:t>
            </a:r>
          </a:p>
          <a:p>
            <a:pPr algn="ctr"/>
            <a:r>
              <a:rPr lang="ru-RU" b="1" dirty="0">
                <a:solidFill>
                  <a:schemeClr val="tx1"/>
                </a:solidFill>
              </a:rPr>
              <a:t>Лекция 1</a:t>
            </a:r>
            <a:endParaRPr lang="ru-RU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29D0BB-8804-7B41-9155-FB8E9E7E9C6A}"/>
              </a:ext>
            </a:extLst>
          </p:cNvPr>
          <p:cNvSpPr txBox="1"/>
          <p:nvPr/>
        </p:nvSpPr>
        <p:spPr>
          <a:xfrm>
            <a:off x="913800" y="6125935"/>
            <a:ext cx="2146926" cy="338554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ru-RU" sz="140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Москва</a:t>
            </a:r>
            <a:endParaRPr lang="ru-RU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554B461-B1EF-4C2F-B85C-61C1A216FF74}"/>
              </a:ext>
            </a:extLst>
          </p:cNvPr>
          <p:cNvSpPr txBox="1">
            <a:spLocks/>
          </p:cNvSpPr>
          <p:nvPr/>
        </p:nvSpPr>
        <p:spPr>
          <a:xfrm>
            <a:off x="5757964" y="6268932"/>
            <a:ext cx="1090706" cy="488214"/>
          </a:xfrm>
          <a:prstGeom prst="rect">
            <a:avLst/>
          </a:prstGeom>
          <a:solidFill>
            <a:schemeClr val="bg1"/>
          </a:solidFill>
        </p:spPr>
        <p:txBody>
          <a:bodyPr vert="horz" lIns="0" tIns="0" rIns="0" bIns="0" rtlCol="0" anchor="b" anchorCtr="0">
            <a:noAutofit/>
          </a:bodyPr>
          <a:lstStyle>
            <a:lvl1pPr algn="l" defTabSz="91211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ru-RU" sz="1600" dirty="0">
                <a:solidFill>
                  <a:schemeClr val="tx1"/>
                </a:solidFill>
              </a:rPr>
              <a:t>Москва</a:t>
            </a:r>
          </a:p>
          <a:p>
            <a:pPr algn="ctr"/>
            <a:r>
              <a:rPr lang="ru-RU" sz="1600" dirty="0">
                <a:solidFill>
                  <a:schemeClr val="tx1"/>
                </a:solidFill>
              </a:rPr>
              <a:t>202</a:t>
            </a:r>
            <a:r>
              <a:rPr lang="en-US" sz="1600" dirty="0">
                <a:solidFill>
                  <a:schemeClr val="tx1"/>
                </a:solidFill>
              </a:rPr>
              <a:t>6</a:t>
            </a:r>
            <a:endParaRPr lang="ru-RU" sz="1600" dirty="0">
              <a:solidFill>
                <a:schemeClr val="tx1"/>
              </a:solidFill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CBC5CF70-79B2-4A30-B2E2-979DD981D5A2}"/>
              </a:ext>
            </a:extLst>
          </p:cNvPr>
          <p:cNvSpPr txBox="1">
            <a:spLocks/>
          </p:cNvSpPr>
          <p:nvPr/>
        </p:nvSpPr>
        <p:spPr>
          <a:xfrm>
            <a:off x="1514638" y="5057820"/>
            <a:ext cx="10423443" cy="74855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2114" rtl="0" eaLnBrk="1" latinLnBrk="0" hangingPunct="1">
              <a:lnSpc>
                <a:spcPct val="100000"/>
              </a:lnSpc>
              <a:spcBef>
                <a:spcPts val="998"/>
              </a:spcBef>
              <a:buFont typeface="Arial" panose="020B0604020202020204" pitchFamily="34" charset="0"/>
              <a:buNone/>
              <a:defRPr sz="2394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6057" indent="0" algn="ctr" defTabSz="912114" rtl="0" eaLnBrk="1" latinLnBrk="0" hangingPunct="1">
              <a:lnSpc>
                <a:spcPct val="100000"/>
              </a:lnSpc>
              <a:spcBef>
                <a:spcPts val="499"/>
              </a:spcBef>
              <a:buFont typeface="Arial" panose="020B0604020202020204" pitchFamily="34" charset="0"/>
              <a:buNone/>
              <a:defRPr sz="1995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2114" indent="0" algn="ctr" defTabSz="912114" rtl="0" eaLnBrk="1" latinLnBrk="0" hangingPunct="1">
              <a:lnSpc>
                <a:spcPct val="100000"/>
              </a:lnSpc>
              <a:spcBef>
                <a:spcPts val="499"/>
              </a:spcBef>
              <a:buFont typeface="Arial" panose="020B0604020202020204" pitchFamily="34" charset="0"/>
              <a:buNone/>
              <a:defRPr sz="1795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68171" indent="0" algn="ctr" defTabSz="912114" rtl="0" eaLnBrk="1" latinLnBrk="0" hangingPunct="1">
              <a:lnSpc>
                <a:spcPct val="100000"/>
              </a:lnSpc>
              <a:spcBef>
                <a:spcPts val="499"/>
              </a:spcBef>
              <a:buFont typeface="Arial" panose="020B0604020202020204" pitchFamily="34" charset="0"/>
              <a:buNone/>
              <a:defRPr sz="1596" kern="1200">
                <a:solidFill>
                  <a:srgbClr val="6D6D6D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4228" indent="0" algn="ctr" defTabSz="912114" rtl="0" eaLnBrk="1" latinLnBrk="0" hangingPunct="1">
              <a:lnSpc>
                <a:spcPct val="100000"/>
              </a:lnSpc>
              <a:spcBef>
                <a:spcPts val="499"/>
              </a:spcBef>
              <a:buFont typeface="Arial" panose="020B0604020202020204" pitchFamily="34" charset="0"/>
              <a:buNone/>
              <a:defRPr sz="1596" kern="1200">
                <a:solidFill>
                  <a:srgbClr val="6D6D6D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0285" indent="0" algn="ctr" defTabSz="912114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None/>
              <a:defRPr sz="159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36342" indent="0" algn="ctr" defTabSz="912114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None/>
              <a:defRPr sz="159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2399" indent="0" algn="ctr" defTabSz="912114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None/>
              <a:defRPr sz="159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48456" indent="0" algn="ctr" defTabSz="912114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None/>
              <a:defRPr sz="159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ru-RU" sz="1600" dirty="0">
              <a:solidFill>
                <a:schemeClr val="tx1"/>
              </a:solidFill>
            </a:endParaRPr>
          </a:p>
          <a:p>
            <a:pPr algn="r"/>
            <a:r>
              <a:rPr lang="ru-RU" sz="1600" dirty="0">
                <a:solidFill>
                  <a:schemeClr val="tx1"/>
                </a:solidFill>
              </a:rPr>
              <a:t>Преподаватель: Бочкарёв Пётр Владимирович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9103180E-FB5C-4CB7-9738-63947DF4B87F}"/>
              </a:ext>
            </a:extLst>
          </p:cNvPr>
          <p:cNvSpPr txBox="1">
            <a:spLocks/>
          </p:cNvSpPr>
          <p:nvPr/>
        </p:nvSpPr>
        <p:spPr>
          <a:xfrm>
            <a:off x="913800" y="194108"/>
            <a:ext cx="10423443" cy="282165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2114" rtl="0" eaLnBrk="1" latinLnBrk="0" hangingPunct="1">
              <a:lnSpc>
                <a:spcPct val="100000"/>
              </a:lnSpc>
              <a:spcBef>
                <a:spcPts val="998"/>
              </a:spcBef>
              <a:buFont typeface="Arial" panose="020B0604020202020204" pitchFamily="34" charset="0"/>
              <a:buNone/>
              <a:defRPr sz="2394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6057" indent="0" algn="ctr" defTabSz="912114" rtl="0" eaLnBrk="1" latinLnBrk="0" hangingPunct="1">
              <a:lnSpc>
                <a:spcPct val="100000"/>
              </a:lnSpc>
              <a:spcBef>
                <a:spcPts val="499"/>
              </a:spcBef>
              <a:buFont typeface="Arial" panose="020B0604020202020204" pitchFamily="34" charset="0"/>
              <a:buNone/>
              <a:defRPr sz="1995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2114" indent="0" algn="ctr" defTabSz="912114" rtl="0" eaLnBrk="1" latinLnBrk="0" hangingPunct="1">
              <a:lnSpc>
                <a:spcPct val="100000"/>
              </a:lnSpc>
              <a:spcBef>
                <a:spcPts val="499"/>
              </a:spcBef>
              <a:buFont typeface="Arial" panose="020B0604020202020204" pitchFamily="34" charset="0"/>
              <a:buNone/>
              <a:defRPr sz="1795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68171" indent="0" algn="ctr" defTabSz="912114" rtl="0" eaLnBrk="1" latinLnBrk="0" hangingPunct="1">
              <a:lnSpc>
                <a:spcPct val="100000"/>
              </a:lnSpc>
              <a:spcBef>
                <a:spcPts val="499"/>
              </a:spcBef>
              <a:buFont typeface="Arial" panose="020B0604020202020204" pitchFamily="34" charset="0"/>
              <a:buNone/>
              <a:defRPr sz="1596" kern="1200">
                <a:solidFill>
                  <a:srgbClr val="6D6D6D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4228" indent="0" algn="ctr" defTabSz="912114" rtl="0" eaLnBrk="1" latinLnBrk="0" hangingPunct="1">
              <a:lnSpc>
                <a:spcPct val="100000"/>
              </a:lnSpc>
              <a:spcBef>
                <a:spcPts val="499"/>
              </a:spcBef>
              <a:buFont typeface="Arial" panose="020B0604020202020204" pitchFamily="34" charset="0"/>
              <a:buNone/>
              <a:defRPr sz="1596" kern="1200">
                <a:solidFill>
                  <a:srgbClr val="6D6D6D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0285" indent="0" algn="ctr" defTabSz="912114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None/>
              <a:defRPr sz="159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36342" indent="0" algn="ctr" defTabSz="912114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None/>
              <a:defRPr sz="159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2399" indent="0" algn="ctr" defTabSz="912114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None/>
              <a:defRPr sz="159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48456" indent="0" algn="ctr" defTabSz="912114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None/>
              <a:defRPr sz="159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1200" dirty="0">
                <a:solidFill>
                  <a:schemeClr val="tx1"/>
                </a:solidFill>
              </a:rPr>
              <a:t>Федеральное государственное бюджетное образовательное учреждение высшего образования</a:t>
            </a:r>
            <a:br>
              <a:rPr lang="ru-RU" sz="1200" dirty="0">
                <a:solidFill>
                  <a:schemeClr val="tx1"/>
                </a:solidFill>
              </a:rPr>
            </a:br>
            <a:r>
              <a:rPr lang="ru-RU" sz="1200" dirty="0">
                <a:solidFill>
                  <a:schemeClr val="tx1"/>
                </a:solidFill>
              </a:rPr>
              <a:t>“РОССИЙСКАЯ АКАДЕМИЯ НАРОДНОГО ХОЗЯЙСТВА </a:t>
            </a:r>
            <a:br>
              <a:rPr lang="ru-RU" sz="1200" dirty="0">
                <a:solidFill>
                  <a:schemeClr val="tx1"/>
                </a:solidFill>
              </a:rPr>
            </a:br>
            <a:r>
              <a:rPr lang="ru-RU" sz="1200" dirty="0">
                <a:solidFill>
                  <a:schemeClr val="tx1"/>
                </a:solidFill>
              </a:rPr>
              <a:t>И ГОСУДАРСТВЕННОЙ СЛУЖБЫ при ПРЕЗИДЕНТЕ РОССИЙСКОЙ ФЕДЕРАЦИИ”</a:t>
            </a:r>
            <a:br>
              <a:rPr lang="ru-RU" sz="1200" dirty="0">
                <a:solidFill>
                  <a:schemeClr val="tx1"/>
                </a:solidFill>
              </a:rPr>
            </a:br>
            <a:br>
              <a:rPr lang="ru-RU" sz="1200" dirty="0">
                <a:solidFill>
                  <a:schemeClr val="tx1"/>
                </a:solidFill>
              </a:rPr>
            </a:br>
            <a:r>
              <a:rPr lang="ru-RU" sz="1200" dirty="0">
                <a:solidFill>
                  <a:schemeClr val="tx1"/>
                </a:solidFill>
              </a:rPr>
              <a:t>Институт экономики, математики и информационных технологий</a:t>
            </a:r>
            <a:br>
              <a:rPr lang="ru-RU" sz="1200" dirty="0">
                <a:solidFill>
                  <a:schemeClr val="tx1"/>
                </a:solidFill>
              </a:rPr>
            </a:br>
            <a:r>
              <a:rPr lang="ru-RU" sz="1200" dirty="0">
                <a:solidFill>
                  <a:schemeClr val="tx1"/>
                </a:solidFill>
              </a:rPr>
              <a:t>Факультет информационных технологий и анализа данных</a:t>
            </a:r>
            <a:br>
              <a:rPr lang="ru-RU" sz="1200" dirty="0">
                <a:solidFill>
                  <a:schemeClr val="tx1"/>
                </a:solidFill>
              </a:rPr>
            </a:br>
            <a:r>
              <a:rPr lang="ru-RU" sz="1200" dirty="0">
                <a:solidFill>
                  <a:schemeClr val="tx1"/>
                </a:solidFill>
              </a:rPr>
              <a:t>Кафедра системного анализа и информатики</a:t>
            </a:r>
            <a:br>
              <a:rPr lang="ru-RU" sz="1200" dirty="0">
                <a:solidFill>
                  <a:schemeClr val="tx1"/>
                </a:solidFill>
              </a:rPr>
            </a:br>
            <a:br>
              <a:rPr lang="ru-RU" sz="1200" dirty="0">
                <a:solidFill>
                  <a:schemeClr val="tx1"/>
                </a:solidFill>
              </a:rPr>
            </a:br>
            <a:r>
              <a:rPr lang="ru-RU" sz="1200" dirty="0">
                <a:solidFill>
                  <a:schemeClr val="tx1"/>
                </a:solidFill>
              </a:rPr>
              <a:t> </a:t>
            </a:r>
            <a:br>
              <a:rPr lang="ru-RU" sz="1200" dirty="0">
                <a:solidFill>
                  <a:schemeClr val="tx1"/>
                </a:solidFill>
              </a:rPr>
            </a:br>
            <a:br>
              <a:rPr lang="ru-RU" sz="2000" dirty="0">
                <a:solidFill>
                  <a:schemeClr val="tx1"/>
                </a:solidFill>
              </a:rPr>
            </a:br>
            <a:endParaRPr lang="ru-RU" b="1" dirty="0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F353FB73-C0CA-45DC-9C1E-2C10FCBA219D}"/>
              </a:ext>
            </a:extLst>
          </p:cNvPr>
          <p:cNvSpPr/>
          <p:nvPr/>
        </p:nvSpPr>
        <p:spPr>
          <a:xfrm>
            <a:off x="3240087" y="3995543"/>
            <a:ext cx="6480175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ru-RU" sz="1200" dirty="0"/>
              <a:t>Направление подготовки: 09.04.03 Прикладная информатика</a:t>
            </a:r>
          </a:p>
          <a:p>
            <a:pPr algn="ctr"/>
            <a:r>
              <a:rPr lang="ru-RU" sz="1200" dirty="0"/>
              <a:t>Направленность (профиль) образовательной программы:</a:t>
            </a:r>
          </a:p>
          <a:p>
            <a:pPr algn="ctr"/>
            <a:r>
              <a:rPr lang="ru-RU" sz="1200" dirty="0"/>
              <a:t>«Анализ данных и искусственный интеллект»</a:t>
            </a:r>
          </a:p>
          <a:p>
            <a:pPr algn="ctr"/>
            <a:r>
              <a:rPr lang="ru-RU" sz="1200" dirty="0"/>
              <a:t>(очная форма обучения)</a:t>
            </a:r>
          </a:p>
        </p:txBody>
      </p:sp>
    </p:spTree>
    <p:extLst>
      <p:ext uri="{BB962C8B-B14F-4D97-AF65-F5344CB8AC3E}">
        <p14:creationId xmlns:p14="http://schemas.microsoft.com/office/powerpoint/2010/main" val="23026885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2FC830-1130-4FAF-A9CD-F11F74B4C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093" y="448474"/>
            <a:ext cx="9576679" cy="714358"/>
          </a:xfrm>
        </p:spPr>
        <p:txBody>
          <a:bodyPr/>
          <a:lstStyle/>
          <a:p>
            <a:r>
              <a:rPr lang="ru-RU" sz="2800" dirty="0"/>
              <a:t>Содержание: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179D243-B20C-4B96-BC5A-C1AD98E11C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1024" y="1820977"/>
            <a:ext cx="11205726" cy="3489578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3200" dirty="0"/>
              <a:t>Интернет вещей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3200" dirty="0"/>
              <a:t>Применение Интернет вещей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3200" dirty="0"/>
              <a:t>Роль машинного обучения в </a:t>
            </a:r>
            <a:r>
              <a:rPr lang="en-US" sz="3200" dirty="0"/>
              <a:t>IoT</a:t>
            </a:r>
            <a:endParaRPr lang="ru-RU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3200" dirty="0"/>
              <a:t>Компьютерное зрение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A00F6AC-FF45-40AE-BC11-9AA912D63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4391C-B8C0-B24A-A837-316267417444}" type="slidenum">
              <a:rPr lang="ru-RU" smtClean="0"/>
              <a:pPr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512109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5C067-0442-9C49-A215-026587C18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 anchorCtr="0"/>
          <a:lstStyle/>
          <a:p>
            <a:r>
              <a:rPr lang="ru-RU" dirty="0"/>
              <a:t>Интернет вещей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28C630-B5FF-B14A-A0BA-97629EDD8C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3923" y="1640592"/>
            <a:ext cx="7558087" cy="4288570"/>
          </a:xfrm>
        </p:spPr>
        <p:txBody>
          <a:bodyPr/>
          <a:lstStyle/>
          <a:p>
            <a:pPr algn="just"/>
            <a:r>
              <a:rPr lang="ru-RU" sz="2000" b="1" dirty="0"/>
              <a:t>Интернет вещей </a:t>
            </a:r>
            <a:r>
              <a:rPr lang="en-US" sz="2000" b="1" dirty="0"/>
              <a:t>(IoT, Internet of Things) </a:t>
            </a:r>
            <a:r>
              <a:rPr lang="ru-RU" sz="2000" dirty="0"/>
              <a:t>представляет собой сеть, состоящую из физических устройств ("вещей"), оснащённых технологиями, которые позволяют им взаимодействовать друг с другом и с окружающей средой. Эта система исследует взаимосвязи в рамках сетей как явление, позволяющее организовывать социальные и экономические процессы с минимальным участием человека. </a:t>
            </a:r>
          </a:p>
          <a:p>
            <a:pPr algn="just"/>
            <a:r>
              <a:rPr lang="ru-RU" sz="2000" dirty="0"/>
              <a:t>Фактически, концепция, где физические объекты и устройства, такие как бытовая техника, транспортные средства и промышленные машины, подключаются к интернету и могут взаимодействовать друг с другом. Это взаимодействие осуществляется через передачу данных, что позволяет устройствам собирать, анализировать и обмениваться информацией.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B834EB-7E54-5A4A-A143-1B4D3EE33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4391C-B8C0-B24A-A837-316267417444}" type="slidenum">
              <a:rPr lang="ru-RU" smtClean="0"/>
              <a:t>3</a:t>
            </a:fld>
            <a:endParaRPr lang="ru-RU"/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F5EE8198-3330-840D-85F8-934093013A0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156" r="17590"/>
          <a:stretch/>
        </p:blipFill>
        <p:spPr bwMode="auto">
          <a:xfrm>
            <a:off x="8477920" y="1640592"/>
            <a:ext cx="4099560" cy="3483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18158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E89BCC-C5C2-D2BB-B194-662F53C80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02B0C-DE1D-A87E-2DD9-C72CCAA7B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 anchorCtr="0"/>
          <a:lstStyle/>
          <a:p>
            <a:r>
              <a:rPr lang="ru-RU" dirty="0"/>
              <a:t>Интернет вещей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9FFBCD-F66F-6071-1BA0-46DCCF3B80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3923" y="1640592"/>
            <a:ext cx="7558087" cy="4288570"/>
          </a:xfrm>
        </p:spPr>
        <p:txBody>
          <a:bodyPr/>
          <a:lstStyle/>
          <a:p>
            <a:pPr algn="just"/>
            <a:r>
              <a:rPr lang="ru-RU" sz="2000" dirty="0"/>
              <a:t>Интернет вещей можно рассматривать как экосистему, в которой каждое устройство становится "умным" благодаря возможности подключения к интернету. Сенсоры в этих устройствах собирают данные о состоянии окружающей среды, а </a:t>
            </a:r>
            <a:r>
              <a:rPr lang="ru-RU" sz="2000" dirty="0" err="1"/>
              <a:t>актуаторы</a:t>
            </a:r>
            <a:r>
              <a:rPr lang="ru-RU" sz="2000" dirty="0"/>
              <a:t> позволяют реагировать на изменения.</a:t>
            </a:r>
          </a:p>
          <a:p>
            <a:pPr algn="just"/>
            <a:r>
              <a:rPr lang="ru-RU" sz="2000" dirty="0"/>
              <a:t>Например, умные термостаты могут регулировать температуру в зависимости от предпочтений пользователей и внешних условий. </a:t>
            </a:r>
            <a:r>
              <a:rPr lang="ru-RU" sz="2000" dirty="0" err="1"/>
              <a:t>IoT</a:t>
            </a:r>
            <a:r>
              <a:rPr lang="ru-RU" sz="2000" dirty="0"/>
              <a:t> расширяет возможности взаимодействия между устройствами и пользователями, создавая новые сценарии использования в различных сферах жизни.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9394155-43BF-CB0E-0C84-06372D714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4391C-B8C0-B24A-A837-316267417444}" type="slidenum">
              <a:rPr lang="ru-RU" smtClean="0"/>
              <a:t>4</a:t>
            </a:fld>
            <a:endParaRPr lang="ru-RU"/>
          </a:p>
        </p:txBody>
      </p:sp>
      <p:pic>
        <p:nvPicPr>
          <p:cNvPr id="2050" name="Picture 2" descr="Picture background">
            <a:extLst>
              <a:ext uri="{FF2B5EF4-FFF2-40B4-BE49-F238E27FC236}">
                <a16:creationId xmlns:a16="http://schemas.microsoft.com/office/drawing/2014/main" id="{2E57C3EC-1CF3-4CFF-04C2-7A9D4517F5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EFEDF2"/>
              </a:clrFrom>
              <a:clrTo>
                <a:srgbClr val="EFEDF2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0074" y="1270296"/>
            <a:ext cx="4771404" cy="3535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92588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0F629-1CEC-31C9-2B9B-1ED5592DB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2B178-4F1F-29AB-CC84-7FBFA049B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 anchorCtr="0"/>
          <a:lstStyle/>
          <a:p>
            <a:r>
              <a:rPr lang="ru-RU" dirty="0">
                <a:solidFill>
                  <a:srgbClr val="2E2F30"/>
                </a:solidFill>
                <a:latin typeface="+mj-lt"/>
              </a:rPr>
              <a:t>И</a:t>
            </a:r>
            <a:r>
              <a:rPr lang="ru-RU" b="1" i="0" dirty="0">
                <a:solidFill>
                  <a:srgbClr val="2E2F30"/>
                </a:solidFill>
                <a:effectLst/>
                <a:latin typeface="+mj-lt"/>
              </a:rPr>
              <a:t>нтернет</a:t>
            </a:r>
            <a:r>
              <a:rPr lang="ru-RU" b="1" i="0" dirty="0">
                <a:solidFill>
                  <a:srgbClr val="2E2F30"/>
                </a:solidFill>
                <a:effectLst/>
                <a:latin typeface="system-ui"/>
              </a:rPr>
              <a:t> </a:t>
            </a:r>
            <a:r>
              <a:rPr lang="ru-RU" dirty="0">
                <a:solidFill>
                  <a:srgbClr val="2E2F30"/>
                </a:solidFill>
                <a:latin typeface="+mj-lt"/>
              </a:rPr>
              <a:t>вещей</a:t>
            </a:r>
            <a:br>
              <a:rPr lang="ru-RU" b="1" i="0" dirty="0">
                <a:solidFill>
                  <a:srgbClr val="2E2F30"/>
                </a:solidFill>
                <a:effectLst/>
                <a:latin typeface="system-ui"/>
              </a:rPr>
            </a:br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4AAF81-78A5-CBFB-463C-682DB6FD02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3923" y="1640592"/>
            <a:ext cx="7558087" cy="4288570"/>
          </a:xfrm>
        </p:spPr>
        <p:txBody>
          <a:bodyPr/>
          <a:lstStyle/>
          <a:p>
            <a:pPr algn="just">
              <a:lnSpc>
                <a:spcPts val="1950"/>
              </a:lnSpc>
            </a:pPr>
            <a:r>
              <a:rPr lang="ru-RU" sz="2000" b="1" i="0" dirty="0">
                <a:solidFill>
                  <a:srgbClr val="2E2F30"/>
                </a:solidFill>
                <a:effectLst/>
              </a:rPr>
              <a:t>Использование интернет вещей</a:t>
            </a:r>
          </a:p>
          <a:p>
            <a:pPr marL="342900" indent="-342900" algn="just">
              <a:lnSpc>
                <a:spcPts val="1950"/>
              </a:lnSpc>
              <a:buFont typeface="Arial" panose="020B0604020202020204" pitchFamily="34" charset="0"/>
              <a:buChar char="•"/>
            </a:pPr>
            <a:r>
              <a:rPr lang="ru-RU" sz="2000" b="1" i="0" dirty="0">
                <a:solidFill>
                  <a:srgbClr val="2E2F30"/>
                </a:solidFill>
                <a:effectLst/>
              </a:rPr>
              <a:t>Автоматизация процессов</a:t>
            </a:r>
            <a:r>
              <a:rPr lang="ru-RU" sz="2000" b="0" i="0" dirty="0">
                <a:solidFill>
                  <a:srgbClr val="2E2F30"/>
                </a:solidFill>
                <a:effectLst/>
              </a:rPr>
              <a:t>: устройства могут выполнять задачи без вмешательства человека, что снижает вероятность ошибок и увеличивает производительность.</a:t>
            </a:r>
          </a:p>
          <a:p>
            <a:pPr marL="342900" indent="-342900" algn="just">
              <a:lnSpc>
                <a:spcPts val="1950"/>
              </a:lnSpc>
              <a:buFont typeface="Arial" panose="020B0604020202020204" pitchFamily="34" charset="0"/>
              <a:buChar char="•"/>
            </a:pPr>
            <a:r>
              <a:rPr lang="ru-RU" sz="2000" b="1" i="0" dirty="0">
                <a:solidFill>
                  <a:srgbClr val="2E2F30"/>
                </a:solidFill>
                <a:effectLst/>
              </a:rPr>
              <a:t>Сбор и анализ данных</a:t>
            </a:r>
            <a:r>
              <a:rPr lang="ru-RU" sz="2000" b="0" i="0" dirty="0">
                <a:solidFill>
                  <a:srgbClr val="2E2F30"/>
                </a:solidFill>
                <a:effectLst/>
              </a:rPr>
              <a:t>: </a:t>
            </a:r>
            <a:r>
              <a:rPr lang="ru-RU" sz="2000" b="0" i="0" dirty="0" err="1">
                <a:solidFill>
                  <a:srgbClr val="2E2F30"/>
                </a:solidFill>
                <a:effectLst/>
              </a:rPr>
              <a:t>IoT</a:t>
            </a:r>
            <a:r>
              <a:rPr lang="ru-RU" sz="2000" b="0" i="0" dirty="0">
                <a:solidFill>
                  <a:srgbClr val="2E2F30"/>
                </a:solidFill>
                <a:effectLst/>
              </a:rPr>
              <a:t>-устройства постоянно собирают информацию, что позволяет получать актуальные данные для принятия решений.</a:t>
            </a:r>
          </a:p>
          <a:p>
            <a:pPr marL="342900" indent="-342900" algn="just">
              <a:lnSpc>
                <a:spcPts val="1950"/>
              </a:lnSpc>
              <a:buFont typeface="Arial" panose="020B0604020202020204" pitchFamily="34" charset="0"/>
              <a:buChar char="•"/>
            </a:pPr>
            <a:r>
              <a:rPr lang="ru-RU" sz="2000" b="1" i="0" dirty="0">
                <a:solidFill>
                  <a:srgbClr val="2E2F30"/>
                </a:solidFill>
                <a:effectLst/>
              </a:rPr>
              <a:t>Улучшение качества жизни</a:t>
            </a:r>
            <a:r>
              <a:rPr lang="ru-RU" sz="2000" b="0" i="0" dirty="0">
                <a:solidFill>
                  <a:srgbClr val="2E2F30"/>
                </a:solidFill>
                <a:effectLst/>
              </a:rPr>
              <a:t>:</a:t>
            </a:r>
            <a:r>
              <a:rPr lang="ru-RU" sz="2000" i="0" dirty="0">
                <a:solidFill>
                  <a:srgbClr val="2E2F30"/>
                </a:solidFill>
                <a:effectLst/>
              </a:rPr>
              <a:t> умные решения делают повседневные задачи проще и удобнее, например, управление освещением, отоплением и безопасностью в домах.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88A04F6-79A8-F906-D748-89604C386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4391C-B8C0-B24A-A837-316267417444}" type="slidenum">
              <a:rPr lang="ru-RU" smtClean="0"/>
              <a:t>5</a:t>
            </a:fld>
            <a:endParaRPr lang="ru-RU"/>
          </a:p>
        </p:txBody>
      </p:sp>
      <p:pic>
        <p:nvPicPr>
          <p:cNvPr id="2050" name="Picture 2" descr="Picture background">
            <a:extLst>
              <a:ext uri="{FF2B5EF4-FFF2-40B4-BE49-F238E27FC236}">
                <a16:creationId xmlns:a16="http://schemas.microsoft.com/office/drawing/2014/main" id="{D1FACBC7-F85D-6018-4BBD-51A03C724A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EFEDF2"/>
              </a:clrFrom>
              <a:clrTo>
                <a:srgbClr val="EFEDF2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0074" y="1270296"/>
            <a:ext cx="4771404" cy="3535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06510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287D86-8223-16AB-91D4-F45A390173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E5B6B-8B15-4590-2A03-7B95CC7EE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 anchorCtr="0"/>
          <a:lstStyle/>
          <a:p>
            <a:r>
              <a:rPr lang="ru-RU" dirty="0">
                <a:solidFill>
                  <a:srgbClr val="2E2F30"/>
                </a:solidFill>
              </a:rPr>
              <a:t>Применение интернета вещей в быту</a:t>
            </a:r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0A309B-6038-9CC8-9BB3-02FBDF3E40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3923" y="1640592"/>
            <a:ext cx="6366037" cy="4288570"/>
          </a:xfrm>
        </p:spPr>
        <p:txBody>
          <a:bodyPr/>
          <a:lstStyle/>
          <a:p>
            <a:pPr algn="just"/>
            <a:r>
              <a:rPr lang="ru-RU" sz="2400" b="1" i="0" dirty="0">
                <a:solidFill>
                  <a:srgbClr val="2E2F30"/>
                </a:solidFill>
                <a:effectLst/>
              </a:rPr>
              <a:t>Умные дома. </a:t>
            </a:r>
            <a:r>
              <a:rPr lang="ru-RU" sz="2400" dirty="0">
                <a:solidFill>
                  <a:srgbClr val="2E2F30"/>
                </a:solidFill>
              </a:rPr>
              <a:t>П</a:t>
            </a:r>
            <a:r>
              <a:rPr lang="ru-RU" sz="2400" b="0" i="0" dirty="0">
                <a:solidFill>
                  <a:srgbClr val="2E2F30"/>
                </a:solidFill>
                <a:effectLst/>
              </a:rPr>
              <a:t>ользователи могут контролировать освещение, температуру и системы безопасности через мобильные приложения. Например, умные лампочки могут изменять яркость и цвет в зависимости от времени суток или настроения. </a:t>
            </a:r>
          </a:p>
          <a:p>
            <a:pPr algn="just"/>
            <a:r>
              <a:rPr lang="ru-RU" sz="2400" b="1" dirty="0">
                <a:solidFill>
                  <a:srgbClr val="2E2F30"/>
                </a:solidFill>
              </a:rPr>
              <a:t>Личные устройства.</a:t>
            </a:r>
            <a:r>
              <a:rPr lang="ru-RU" sz="2400" b="1" i="0" dirty="0">
                <a:solidFill>
                  <a:srgbClr val="2E2F30"/>
                </a:solidFill>
                <a:effectLst/>
              </a:rPr>
              <a:t> </a:t>
            </a:r>
            <a:r>
              <a:rPr lang="ru-RU" sz="2400" b="0" i="0" dirty="0">
                <a:solidFill>
                  <a:srgbClr val="2E2F30"/>
                </a:solidFill>
                <a:effectLst/>
              </a:rPr>
              <a:t>Такие как фитнес-браслеты, помогают отслеживать физическую активность и здоровье, предоставляя пользователям данные о сне, активности и сердечном ритме.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2F8ED7-9255-F521-97B3-F7CD4FBC0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4391C-B8C0-B24A-A837-316267417444}" type="slidenum">
              <a:rPr lang="ru-RU" smtClean="0"/>
              <a:t>6</a:t>
            </a:fld>
            <a:endParaRPr lang="ru-RU"/>
          </a:p>
        </p:txBody>
      </p:sp>
      <p:pic>
        <p:nvPicPr>
          <p:cNvPr id="3074" name="Picture 2" descr="Picture background">
            <a:extLst>
              <a:ext uri="{FF2B5EF4-FFF2-40B4-BE49-F238E27FC236}">
                <a16:creationId xmlns:a16="http://schemas.microsoft.com/office/drawing/2014/main" id="{6DF4EF16-CDEE-DA98-15DA-8003656EA3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6661" y="1508760"/>
            <a:ext cx="4906070" cy="3642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69562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C04ABE-707C-D3F5-DB2D-388266EBD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8BC4B-100B-AA72-39EA-491B4FEDC7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000" y="900000"/>
            <a:ext cx="10331880" cy="740592"/>
          </a:xfrm>
        </p:spPr>
        <p:txBody>
          <a:bodyPr anchor="t" anchorCtr="0"/>
          <a:lstStyle/>
          <a:p>
            <a:r>
              <a:rPr lang="ru-RU" dirty="0">
                <a:solidFill>
                  <a:srgbClr val="2E2F30"/>
                </a:solidFill>
              </a:rPr>
              <a:t>Применение интернета вещей в промышленности</a:t>
            </a:r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96F810-6B7C-644E-9324-3E3EB1A387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3923" y="1640592"/>
            <a:ext cx="6518437" cy="4288570"/>
          </a:xfrm>
        </p:spPr>
        <p:txBody>
          <a:bodyPr/>
          <a:lstStyle/>
          <a:p>
            <a:pPr algn="just"/>
            <a:r>
              <a:rPr lang="ru-RU" sz="2400" b="1" i="0" dirty="0">
                <a:solidFill>
                  <a:srgbClr val="2E2F30"/>
                </a:solidFill>
                <a:effectLst/>
              </a:rPr>
              <a:t>Умные фабрики. </a:t>
            </a:r>
            <a:r>
              <a:rPr lang="ru-RU" sz="2400" i="0" dirty="0">
                <a:solidFill>
                  <a:srgbClr val="2E2F30"/>
                </a:solidFill>
                <a:effectLst/>
              </a:rPr>
              <a:t>В промышленности </a:t>
            </a:r>
            <a:r>
              <a:rPr lang="ru-RU" sz="2400" i="0" dirty="0" err="1">
                <a:solidFill>
                  <a:srgbClr val="2E2F30"/>
                </a:solidFill>
                <a:effectLst/>
              </a:rPr>
              <a:t>IoT</a:t>
            </a:r>
            <a:r>
              <a:rPr lang="ru-RU" sz="2400" i="0" dirty="0">
                <a:solidFill>
                  <a:srgbClr val="2E2F30"/>
                </a:solidFill>
                <a:effectLst/>
              </a:rPr>
              <a:t> служит основой для создания умных фабрик и автоматизированных производственных процессов. Сенсоры, установленные на оборудовании, могут отслеживать его состояние и производительность в реальном времени. Это позволяет компаниям проводить </a:t>
            </a:r>
            <a:r>
              <a:rPr lang="ru-RU" sz="2400" i="0" u="sng" dirty="0">
                <a:solidFill>
                  <a:srgbClr val="2E2F30"/>
                </a:solidFill>
                <a:effectLst/>
              </a:rPr>
              <a:t>предиктивное обслуживание</a:t>
            </a:r>
            <a:r>
              <a:rPr lang="ru-RU" sz="2400" i="0" dirty="0">
                <a:solidFill>
                  <a:srgbClr val="2E2F30"/>
                </a:solidFill>
                <a:effectLst/>
              </a:rPr>
              <a:t>, что снижает затраты на ремонты и увеличивает срок службы оборудования. В результате, производственные процессы становятся более эффективными, а время простоя оборудования минимизируется.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066DBBD-4653-8FBC-3F41-0B611EE71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4391C-B8C0-B24A-A837-316267417444}" type="slidenum">
              <a:rPr lang="ru-RU" smtClean="0"/>
              <a:t>7</a:t>
            </a:fld>
            <a:endParaRPr lang="ru-RU"/>
          </a:p>
        </p:txBody>
      </p:sp>
      <p:pic>
        <p:nvPicPr>
          <p:cNvPr id="8194" name="Picture 2" descr="Picture background">
            <a:extLst>
              <a:ext uri="{FF2B5EF4-FFF2-40B4-BE49-F238E27FC236}">
                <a16:creationId xmlns:a16="http://schemas.microsoft.com/office/drawing/2014/main" id="{D9D68BE0-F843-EB74-07B2-88BCA17F8B2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71" r="13282"/>
          <a:stretch/>
        </p:blipFill>
        <p:spPr bwMode="auto">
          <a:xfrm>
            <a:off x="7619999" y="1910020"/>
            <a:ext cx="4709161" cy="32404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24404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36506E-DB89-238F-E110-3E3374402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80647-3D4B-1486-1A6D-9B17C3970A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000" y="900000"/>
            <a:ext cx="10743360" cy="740592"/>
          </a:xfrm>
        </p:spPr>
        <p:txBody>
          <a:bodyPr anchor="t" anchorCtr="0"/>
          <a:lstStyle/>
          <a:p>
            <a:r>
              <a:rPr lang="ru-RU" dirty="0">
                <a:solidFill>
                  <a:srgbClr val="2E2F30"/>
                </a:solidFill>
              </a:rPr>
              <a:t>Применение интернет вещей в сельском хозяйстве</a:t>
            </a:r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7E8AF7-C9AF-E631-2579-AF3A77DD23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3923" y="1640592"/>
            <a:ext cx="6518437" cy="4288570"/>
          </a:xfrm>
        </p:spPr>
        <p:txBody>
          <a:bodyPr/>
          <a:lstStyle/>
          <a:p>
            <a:pPr algn="just"/>
            <a:r>
              <a:rPr lang="ru-RU" sz="2400" b="1" dirty="0">
                <a:solidFill>
                  <a:srgbClr val="2E2F30"/>
                </a:solidFill>
              </a:rPr>
              <a:t>У</a:t>
            </a:r>
            <a:r>
              <a:rPr lang="ru-RU" sz="2400" b="1" i="0" dirty="0">
                <a:solidFill>
                  <a:srgbClr val="2E2F30"/>
                </a:solidFill>
                <a:effectLst/>
              </a:rPr>
              <a:t>мное земледелие.</a:t>
            </a:r>
            <a:r>
              <a:rPr lang="ru-RU" sz="2400" i="0" dirty="0">
                <a:solidFill>
                  <a:srgbClr val="2E2F30"/>
                </a:solidFill>
                <a:effectLst/>
              </a:rPr>
              <a:t> В области сельского хозяйства </a:t>
            </a:r>
            <a:r>
              <a:rPr lang="ru-RU" sz="2400" i="0" dirty="0" err="1">
                <a:solidFill>
                  <a:srgbClr val="2E2F30"/>
                </a:solidFill>
                <a:effectLst/>
              </a:rPr>
              <a:t>IoT</a:t>
            </a:r>
            <a:r>
              <a:rPr lang="ru-RU" sz="2400" i="0" dirty="0">
                <a:solidFill>
                  <a:srgbClr val="2E2F30"/>
                </a:solidFill>
                <a:effectLst/>
              </a:rPr>
              <a:t> находит применение в умном земледелии. Датчики, установленные на полях, могут отслеживать параметры, такие как влажность почвы, температура и уровень питательных веществ. Это позволяет фермерам оптимизировать ирригацию, удобрение и борьбу с вредителями, что в свою очередь приводит к повышению урожайности и снижению затрат. Например, системы полива могут автоматически включаться и выключаться в зависимости от данных о состоянию почвы.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0AD047D-52CD-A6D7-98E9-8F6B01B6C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4391C-B8C0-B24A-A837-316267417444}" type="slidenum">
              <a:rPr lang="ru-RU" smtClean="0"/>
              <a:t>8</a:t>
            </a:fld>
            <a:endParaRPr lang="ru-RU"/>
          </a:p>
        </p:txBody>
      </p:sp>
      <p:pic>
        <p:nvPicPr>
          <p:cNvPr id="7170" name="Picture 2" descr="Picture background">
            <a:extLst>
              <a:ext uri="{FF2B5EF4-FFF2-40B4-BE49-F238E27FC236}">
                <a16:creationId xmlns:a16="http://schemas.microsoft.com/office/drawing/2014/main" id="{D7C03BED-7D1F-9994-1106-8FEFD69E1E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8908" y="1776254"/>
            <a:ext cx="4932045" cy="3288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22551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678C5E-7B88-198F-DDD4-F6B52E7FC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4741F-E821-6A33-644D-0B823B3D5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000" y="900000"/>
            <a:ext cx="10743360" cy="740592"/>
          </a:xfrm>
        </p:spPr>
        <p:txBody>
          <a:bodyPr anchor="t" anchorCtr="0"/>
          <a:lstStyle/>
          <a:p>
            <a:r>
              <a:rPr lang="ru-RU" dirty="0">
                <a:solidFill>
                  <a:srgbClr val="2E2F30"/>
                </a:solidFill>
              </a:rPr>
              <a:t>Применение интернет вещей в транспорте</a:t>
            </a:r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A1C508-6952-75A9-BC81-0B97795ED3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3923" y="1640592"/>
            <a:ext cx="6518437" cy="4288570"/>
          </a:xfrm>
        </p:spPr>
        <p:txBody>
          <a:bodyPr/>
          <a:lstStyle/>
          <a:p>
            <a:pPr algn="just"/>
            <a:r>
              <a:rPr lang="ru-RU" sz="2400" b="1" dirty="0">
                <a:solidFill>
                  <a:srgbClr val="2E2F30"/>
                </a:solidFill>
              </a:rPr>
              <a:t>Умные транспортные системы. </a:t>
            </a:r>
            <a:r>
              <a:rPr lang="ru-RU" sz="2400" dirty="0">
                <a:solidFill>
                  <a:srgbClr val="2E2F30"/>
                </a:solidFill>
              </a:rPr>
              <a:t>Устройства, установленные в автомобилях и на дорогах, собирают данные о движении, что позволяет управлять трафиком и минимизировать пробки. Например, системы могут предоставлять информацию о занятости парковок в реальном времени. Кроме того, </a:t>
            </a:r>
            <a:r>
              <a:rPr lang="ru-RU" sz="2400" dirty="0" err="1">
                <a:solidFill>
                  <a:srgbClr val="2E2F30"/>
                </a:solidFill>
              </a:rPr>
              <a:t>IoT</a:t>
            </a:r>
            <a:r>
              <a:rPr lang="ru-RU" sz="2400" dirty="0">
                <a:solidFill>
                  <a:srgbClr val="2E2F30"/>
                </a:solidFill>
              </a:rPr>
              <a:t> используется для мониторинга состояния автомобилей, что позволяет проводить диагностику и профилактику, увеличивая безопасность на дорогах</a:t>
            </a:r>
            <a:endParaRPr lang="ru-RU" sz="2400" i="0" dirty="0">
              <a:solidFill>
                <a:srgbClr val="2E2F30"/>
              </a:solidFill>
              <a:effectLst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8A9ADA2-A337-143F-6499-DACA271C6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4391C-B8C0-B24A-A837-316267417444}" type="slidenum">
              <a:rPr lang="ru-RU" smtClean="0"/>
              <a:t>9</a:t>
            </a:fld>
            <a:endParaRPr lang="ru-RU"/>
          </a:p>
        </p:txBody>
      </p:sp>
      <p:pic>
        <p:nvPicPr>
          <p:cNvPr id="6146" name="Picture 2" descr="Picture background">
            <a:extLst>
              <a:ext uri="{FF2B5EF4-FFF2-40B4-BE49-F238E27FC236}">
                <a16:creationId xmlns:a16="http://schemas.microsoft.com/office/drawing/2014/main" id="{99BAB4F1-EC75-9E18-5505-9EAA620361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4840" y="1640371"/>
            <a:ext cx="4288790" cy="4288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26203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1C4727-E3E8-2535-3178-8BC2F7DF6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C7853-64FB-0057-2FDC-52A3D36B0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000" y="900000"/>
            <a:ext cx="10743360" cy="740592"/>
          </a:xfrm>
        </p:spPr>
        <p:txBody>
          <a:bodyPr anchor="t" anchorCtr="0"/>
          <a:lstStyle/>
          <a:p>
            <a:r>
              <a:rPr lang="ru-RU" dirty="0">
                <a:solidFill>
                  <a:srgbClr val="2E2F30"/>
                </a:solidFill>
              </a:rPr>
              <a:t>Введение в машинное обучение</a:t>
            </a:r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8DB258-19B4-F956-F22F-1C6BAF9B39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3923" y="1640592"/>
            <a:ext cx="6945157" cy="4288570"/>
          </a:xfrm>
        </p:spPr>
        <p:txBody>
          <a:bodyPr/>
          <a:lstStyle/>
          <a:p>
            <a:pPr algn="just"/>
            <a:r>
              <a:rPr lang="ru-RU" sz="2400" b="1" dirty="0">
                <a:solidFill>
                  <a:srgbClr val="2E2F30"/>
                </a:solidFill>
              </a:rPr>
              <a:t>Машинное обучение (ML) — </a:t>
            </a:r>
            <a:r>
              <a:rPr lang="ru-RU" sz="2400" dirty="0">
                <a:solidFill>
                  <a:srgbClr val="2E2F30"/>
                </a:solidFill>
              </a:rPr>
              <a:t>это подмножество искусственного интеллекта, которое фокусируется на разработке алгоритмов, позволяющих системам автоматически обучаться на данных. ML использует статистические методы для анализа данных и выявления закономерностей, что позволяет создавать модели, способные делать прогнозы и принимать решения на основе новых данных. Эти технологии основаны на обучении моделей с использованием больших объемов данных, что делает их особенно полезными в контексте </a:t>
            </a:r>
            <a:r>
              <a:rPr lang="ru-RU" sz="2400" dirty="0" err="1">
                <a:solidFill>
                  <a:srgbClr val="2E2F30"/>
                </a:solidFill>
              </a:rPr>
              <a:t>IoT</a:t>
            </a:r>
            <a:r>
              <a:rPr lang="ru-RU" sz="2400" dirty="0">
                <a:solidFill>
                  <a:srgbClr val="2E2F30"/>
                </a:solidFill>
              </a:rPr>
              <a:t>.</a:t>
            </a:r>
            <a:endParaRPr lang="ru-RU" sz="2400" i="0" dirty="0">
              <a:solidFill>
                <a:srgbClr val="2E2F30"/>
              </a:solidFill>
              <a:effectLst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14AB47C-480D-17CC-3AB0-05D877015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4391C-B8C0-B24A-A837-316267417444}" type="slidenum">
              <a:rPr lang="ru-RU" smtClean="0"/>
              <a:t>10</a:t>
            </a:fld>
            <a:endParaRPr lang="ru-RU"/>
          </a:p>
        </p:txBody>
      </p:sp>
      <p:pic>
        <p:nvPicPr>
          <p:cNvPr id="11266" name="Picture 2" descr="Picture background">
            <a:extLst>
              <a:ext uri="{FF2B5EF4-FFF2-40B4-BE49-F238E27FC236}">
                <a16:creationId xmlns:a16="http://schemas.microsoft.com/office/drawing/2014/main" id="{35E5EC9C-B2BF-B3D2-59A1-F427A64383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0426" y="1459785"/>
            <a:ext cx="5547044" cy="3920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166830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01E497-0B8B-E25D-8686-D44409EE2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092E6-E458-7597-B27F-98D9C8120A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000" y="900000"/>
            <a:ext cx="10743360" cy="740592"/>
          </a:xfrm>
        </p:spPr>
        <p:txBody>
          <a:bodyPr anchor="t" anchorCtr="0"/>
          <a:lstStyle/>
          <a:p>
            <a:r>
              <a:rPr lang="ru-RU" dirty="0">
                <a:solidFill>
                  <a:srgbClr val="2E2F30"/>
                </a:solidFill>
              </a:rPr>
              <a:t>Роль машинного обучения в </a:t>
            </a:r>
            <a:r>
              <a:rPr lang="ru-RU" dirty="0" err="1">
                <a:solidFill>
                  <a:srgbClr val="2E2F30"/>
                </a:solidFill>
              </a:rPr>
              <a:t>IoT</a:t>
            </a:r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3867C8-B4DB-A988-CA69-7116F8CD3E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3923" y="1640592"/>
            <a:ext cx="9703597" cy="4288570"/>
          </a:xfrm>
        </p:spPr>
        <p:txBody>
          <a:bodyPr/>
          <a:lstStyle/>
          <a:p>
            <a:pPr algn="just"/>
            <a:r>
              <a:rPr lang="ru-RU" sz="2400" dirty="0">
                <a:solidFill>
                  <a:srgbClr val="2E2F30"/>
                </a:solidFill>
              </a:rPr>
              <a:t>Машинное обучение в </a:t>
            </a:r>
            <a:r>
              <a:rPr lang="ru-RU" sz="2400" dirty="0" err="1">
                <a:solidFill>
                  <a:srgbClr val="2E2F30"/>
                </a:solidFill>
              </a:rPr>
              <a:t>IoT</a:t>
            </a:r>
            <a:r>
              <a:rPr lang="ru-RU" sz="2400" dirty="0">
                <a:solidFill>
                  <a:srgbClr val="2E2F30"/>
                </a:solidFill>
              </a:rPr>
              <a:t> позволяет: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2E2F30"/>
                </a:solidFill>
              </a:rPr>
              <a:t>Анализировать большие объемы данных, получаемых от </a:t>
            </a:r>
            <a:r>
              <a:rPr lang="ru-RU" sz="2400" dirty="0" err="1">
                <a:solidFill>
                  <a:srgbClr val="2E2F30"/>
                </a:solidFill>
              </a:rPr>
              <a:t>IoT</a:t>
            </a:r>
            <a:r>
              <a:rPr lang="ru-RU" sz="2400" dirty="0">
                <a:solidFill>
                  <a:srgbClr val="2E2F30"/>
                </a:solidFill>
              </a:rPr>
              <a:t>-устройств, и извлекать из них полезную информацию.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2E2F30"/>
                </a:solidFill>
              </a:rPr>
              <a:t>Оптимизировать процессы, используя данные для обнаружения закономерностей и аномалий, организации могут улучшать свою деятельность и снижать затраты.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2E2F30"/>
                </a:solidFill>
              </a:rPr>
              <a:t>Алгоритмы машинного обучения могут автоматически реагировать на изменения в данных, что позволяет значительно ускорить процессы.</a:t>
            </a:r>
            <a:endParaRPr lang="ru-RU" sz="2400" i="0" dirty="0">
              <a:solidFill>
                <a:srgbClr val="2E2F30"/>
              </a:solidFill>
              <a:effectLst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BEE0B4D-4077-1385-1891-0D066F0D7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4391C-B8C0-B24A-A837-316267417444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07640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FF688E-2A61-B86C-01D9-5C0A69686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BC6A0-E573-2419-2895-1E49D6AA13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000" y="900000"/>
            <a:ext cx="10743360" cy="740592"/>
          </a:xfrm>
        </p:spPr>
        <p:txBody>
          <a:bodyPr anchor="t" anchorCtr="0"/>
          <a:lstStyle/>
          <a:p>
            <a:r>
              <a:rPr lang="ru-RU" dirty="0">
                <a:solidFill>
                  <a:srgbClr val="2E2F30"/>
                </a:solidFill>
              </a:rPr>
              <a:t>Роль машинного обучения в </a:t>
            </a:r>
            <a:r>
              <a:rPr lang="ru-RU" dirty="0" err="1">
                <a:solidFill>
                  <a:srgbClr val="2E2F30"/>
                </a:solidFill>
              </a:rPr>
              <a:t>IoT</a:t>
            </a:r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93F230-AB39-8580-EE58-732E5017A7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3923" y="1640592"/>
            <a:ext cx="11806717" cy="4288570"/>
          </a:xfrm>
        </p:spPr>
        <p:txBody>
          <a:bodyPr/>
          <a:lstStyle/>
          <a:p>
            <a:pPr algn="just"/>
            <a:r>
              <a:rPr lang="ru-RU" sz="2000" dirty="0">
                <a:solidFill>
                  <a:srgbClr val="2E2F30"/>
                </a:solidFill>
              </a:rPr>
              <a:t>В машинном обучении используются различные алгоритмы, которые можно разделить на несколько категорий: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000" b="1" dirty="0">
                <a:solidFill>
                  <a:srgbClr val="2E2F30"/>
                </a:solidFill>
              </a:rPr>
              <a:t>Обучение с учителем: </a:t>
            </a:r>
            <a:r>
              <a:rPr lang="ru-RU" sz="2000" dirty="0">
                <a:solidFill>
                  <a:srgbClr val="2E2F30"/>
                </a:solidFill>
              </a:rPr>
              <a:t>включает задачи классификации и регрессии, где модель обучается на размеченных данных. Например, классификация изображений для распознавания объектов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000" b="1" dirty="0">
                <a:solidFill>
                  <a:srgbClr val="2E2F30"/>
                </a:solidFill>
              </a:rPr>
              <a:t>Обучение без учителя: </a:t>
            </a:r>
            <a:r>
              <a:rPr lang="ru-RU" sz="2000" dirty="0">
                <a:solidFill>
                  <a:srgbClr val="2E2F30"/>
                </a:solidFill>
              </a:rPr>
              <a:t>применяется для кластеризации и выявления скрытых закономерностей в данных, например, сегментация клиентов на основе их поведения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000" b="1" i="0" dirty="0">
                <a:solidFill>
                  <a:srgbClr val="2E2F30"/>
                </a:solidFill>
                <a:effectLst/>
              </a:rPr>
              <a:t>Обучение </a:t>
            </a:r>
            <a:r>
              <a:rPr lang="ru-RU" sz="2000" b="1" dirty="0">
                <a:solidFill>
                  <a:srgbClr val="2E2F30"/>
                </a:solidFill>
              </a:rPr>
              <a:t>с частичным </a:t>
            </a:r>
            <a:r>
              <a:rPr lang="ru-RU" sz="2000" dirty="0">
                <a:solidFill>
                  <a:srgbClr val="2E2F30"/>
                </a:solidFill>
              </a:rPr>
              <a:t>привлечением учителя:  модель обучается на данных, где только некоторая часть имеет разметку. Это позволяет ускорить обучение и сделать его более точным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000" b="1" i="0" dirty="0">
                <a:solidFill>
                  <a:srgbClr val="2E2F30"/>
                </a:solidFill>
                <a:effectLst/>
              </a:rPr>
              <a:t>Обучение с подкре</a:t>
            </a:r>
            <a:r>
              <a:rPr lang="ru-RU" sz="2000" b="1" dirty="0">
                <a:solidFill>
                  <a:srgbClr val="2E2F30"/>
                </a:solidFill>
              </a:rPr>
              <a:t>плением:</a:t>
            </a:r>
            <a:r>
              <a:rPr lang="ru-RU" sz="2000" dirty="0">
                <a:solidFill>
                  <a:srgbClr val="2E2F30"/>
                </a:solidFill>
              </a:rPr>
              <a:t> это метод машинного обучения, где агент обучается принимать решения, взаимодействуя с окружающей средой и получая награды или наказания за свои действия</a:t>
            </a:r>
            <a:endParaRPr lang="ru-RU" sz="2000" i="0" dirty="0">
              <a:solidFill>
                <a:srgbClr val="2E2F30"/>
              </a:solidFill>
              <a:effectLst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B55E96-DD64-07BD-1946-556549B68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4391C-B8C0-B24A-A837-316267417444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43127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2B2A8-7060-2909-8BC4-4B3937B0F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93559-5302-19F7-735F-2CFCAB171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000" y="900000"/>
            <a:ext cx="10743360" cy="740592"/>
          </a:xfrm>
        </p:spPr>
        <p:txBody>
          <a:bodyPr anchor="t" anchorCtr="0"/>
          <a:lstStyle/>
          <a:p>
            <a:r>
              <a:rPr lang="ru-RU" dirty="0">
                <a:solidFill>
                  <a:srgbClr val="2E2F30"/>
                </a:solidFill>
              </a:rPr>
              <a:t>Примеры использования машинного обучения в </a:t>
            </a:r>
            <a:r>
              <a:rPr lang="ru-RU" dirty="0" err="1">
                <a:solidFill>
                  <a:srgbClr val="2E2F30"/>
                </a:solidFill>
              </a:rPr>
              <a:t>IoT</a:t>
            </a:r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0049D4-3D77-00BD-2CDB-F79741833A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3923" y="1640592"/>
            <a:ext cx="8484397" cy="4288570"/>
          </a:xfrm>
        </p:spPr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rgbClr val="2E2F30"/>
                </a:solidFill>
              </a:rPr>
              <a:t>Предиктивное обслуживание</a:t>
            </a:r>
            <a:r>
              <a:rPr lang="ru-RU" sz="2800" b="1" dirty="0">
                <a:solidFill>
                  <a:srgbClr val="2E2F30"/>
                </a:solidFill>
              </a:rPr>
              <a:t> </a:t>
            </a:r>
            <a:r>
              <a:rPr lang="ru-RU" sz="2800" dirty="0">
                <a:solidFill>
                  <a:srgbClr val="2E2F30"/>
                </a:solidFill>
              </a:rPr>
              <a:t>— анализ данных о состоянии оборудования позволяет предсказать поломки до их возникновения, что помогает избежать неожиданных простоев.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rgbClr val="2E2F30"/>
                </a:solidFill>
              </a:rPr>
              <a:t>Анализ трафика в умных городах</a:t>
            </a:r>
            <a:r>
              <a:rPr lang="ru-RU" sz="2800" b="1" dirty="0">
                <a:solidFill>
                  <a:srgbClr val="2E2F30"/>
                </a:solidFill>
              </a:rPr>
              <a:t> </a:t>
            </a:r>
            <a:r>
              <a:rPr lang="ru-RU" sz="2800" dirty="0">
                <a:solidFill>
                  <a:srgbClr val="2E2F30"/>
                </a:solidFill>
              </a:rPr>
              <a:t>— системы могут использовать данные о движении для оптимизации маршрутов общественного транспорта и управления светофорами, что улучшает общее качество жизни в городах.</a:t>
            </a:r>
            <a:endParaRPr lang="ru-RU" sz="2800" i="0" dirty="0">
              <a:solidFill>
                <a:srgbClr val="2E2F30"/>
              </a:solidFill>
              <a:effectLst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9156919-7B4C-695D-03CB-B60AFD678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4391C-B8C0-B24A-A837-316267417444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8338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BC143D-1273-9E46-B4B5-3AE5D5FFF9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EDDF8-FD03-A5F5-B4E5-6C68659BE9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000" y="900000"/>
            <a:ext cx="10743360" cy="740592"/>
          </a:xfrm>
        </p:spPr>
        <p:txBody>
          <a:bodyPr anchor="t" anchorCtr="0"/>
          <a:lstStyle/>
          <a:p>
            <a:r>
              <a:rPr lang="ru-RU" dirty="0">
                <a:solidFill>
                  <a:srgbClr val="2E2F30"/>
                </a:solidFill>
              </a:rPr>
              <a:t>Введение в компьютерное зрение</a:t>
            </a:r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05AA8-1BE9-D55A-52DC-C7F2F94216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3923" y="1640592"/>
            <a:ext cx="8484397" cy="4288570"/>
          </a:xfrm>
        </p:spPr>
        <p:txBody>
          <a:bodyPr/>
          <a:lstStyle/>
          <a:p>
            <a:pPr algn="just"/>
            <a:r>
              <a:rPr lang="ru-RU" sz="2800" b="1" dirty="0">
                <a:solidFill>
                  <a:srgbClr val="2E2F30"/>
                </a:solidFill>
              </a:rPr>
              <a:t>Компьютерное зрение </a:t>
            </a:r>
            <a:r>
              <a:rPr lang="ru-RU" sz="2800" dirty="0">
                <a:solidFill>
                  <a:srgbClr val="2E2F30"/>
                </a:solidFill>
              </a:rPr>
              <a:t>— это область, занимающаяся тем, как компьютеры могут быть обучены извлекать информацию из изображений и видео, а также интерпретировать визуальные данные. Эта технология используется в различных приложениях, начиная от распознавания лиц и заканчивая анализом медицинских изображений. Компьютерное зрение позволяет системам "видеть" и понимать окружающий мир, что открывает новые горизонты для автоматизации и повышения эффективности.</a:t>
            </a:r>
            <a:endParaRPr lang="ru-RU" sz="2800" i="0" dirty="0">
              <a:solidFill>
                <a:srgbClr val="2E2F30"/>
              </a:solidFill>
              <a:effectLst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F43521C-5E32-7B36-4C09-9DD04C666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4391C-B8C0-B24A-A837-316267417444}" type="slidenum">
              <a:rPr lang="ru-RU" smtClean="0"/>
              <a:t>14</a:t>
            </a:fld>
            <a:endParaRPr lang="ru-RU"/>
          </a:p>
        </p:txBody>
      </p:sp>
      <p:pic>
        <p:nvPicPr>
          <p:cNvPr id="12290" name="Picture 2" descr="Picture background">
            <a:extLst>
              <a:ext uri="{FF2B5EF4-FFF2-40B4-BE49-F238E27FC236}">
                <a16:creationId xmlns:a16="http://schemas.microsoft.com/office/drawing/2014/main" id="{36C6932E-0655-7848-D8EB-5E890969455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18" t="9219" r="6018" b="14765"/>
          <a:stretch/>
        </p:blipFill>
        <p:spPr bwMode="auto">
          <a:xfrm>
            <a:off x="9281160" y="1521336"/>
            <a:ext cx="3474720" cy="32428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28149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20FCA-3429-4EBA-6E98-980F9EE89B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6B327-4980-BFF9-EA1F-93F009FB2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000" y="900000"/>
            <a:ext cx="10743360" cy="740592"/>
          </a:xfrm>
        </p:spPr>
        <p:txBody>
          <a:bodyPr anchor="t" anchorCtr="0"/>
          <a:lstStyle/>
          <a:p>
            <a:r>
              <a:rPr lang="ru-RU" dirty="0">
                <a:solidFill>
                  <a:srgbClr val="2E2F30"/>
                </a:solidFill>
              </a:rPr>
              <a:t>Компьютерное зрение в </a:t>
            </a:r>
            <a:r>
              <a:rPr lang="ru-RU" dirty="0" err="1">
                <a:solidFill>
                  <a:srgbClr val="2E2F30"/>
                </a:solidFill>
              </a:rPr>
              <a:t>IoT</a:t>
            </a:r>
            <a:r>
              <a:rPr lang="ru-RU" dirty="0">
                <a:solidFill>
                  <a:srgbClr val="2E2F30"/>
                </a:solidFill>
              </a:rPr>
              <a:t> в различных областях:</a:t>
            </a:r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95C367-06D3-6FD9-8EBC-048E112F63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3923" y="1640592"/>
            <a:ext cx="8484397" cy="4288570"/>
          </a:xfrm>
        </p:spPr>
        <p:txBody>
          <a:bodyPr/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sz="2000" b="1" dirty="0">
                <a:solidFill>
                  <a:srgbClr val="2E2F30"/>
                </a:solidFill>
              </a:rPr>
              <a:t>Системы видеонаблюдения. </a:t>
            </a:r>
            <a:r>
              <a:rPr lang="ru-RU" sz="2000" dirty="0">
                <a:solidFill>
                  <a:srgbClr val="2E2F30"/>
                </a:solidFill>
              </a:rPr>
              <a:t>Алгоритмы компьютерного зрения анализируют видео в реальном времени, позволяя обнаруживать аномалии, такие как вторжения или подозрительное поведение.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sz="2000" b="1" dirty="0">
                <a:solidFill>
                  <a:srgbClr val="2E2F30"/>
                </a:solidFill>
              </a:rPr>
              <a:t>Автономные транспортные средства. </a:t>
            </a:r>
            <a:r>
              <a:rPr lang="ru-RU" sz="2000" dirty="0">
                <a:solidFill>
                  <a:srgbClr val="2E2F30"/>
                </a:solidFill>
              </a:rPr>
              <a:t>Использование камер и датчиков для восприятия окружающей среды, включая распознавание дорожных знаков, пешеходов и других транспортных средств.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sz="2000" b="1" i="0" dirty="0">
                <a:solidFill>
                  <a:srgbClr val="2E2F30"/>
                </a:solidFill>
                <a:effectLst/>
              </a:rPr>
              <a:t>Системы безопасности</a:t>
            </a:r>
            <a:r>
              <a:rPr lang="ru-RU" sz="2000" b="1" dirty="0">
                <a:solidFill>
                  <a:srgbClr val="2E2F30"/>
                </a:solidFill>
              </a:rPr>
              <a:t>. </a:t>
            </a:r>
            <a:r>
              <a:rPr lang="ru-RU" sz="2000" dirty="0">
                <a:solidFill>
                  <a:srgbClr val="2E2F30"/>
                </a:solidFill>
              </a:rPr>
              <a:t>Ра</a:t>
            </a:r>
            <a:r>
              <a:rPr lang="ru-RU" sz="2000" i="0" dirty="0">
                <a:solidFill>
                  <a:srgbClr val="2E2F30"/>
                </a:solidFill>
                <a:effectLst/>
              </a:rPr>
              <a:t>спознавание лиц и обнаружение вторжений обеспечивают повышенную безопасность в общественных местах и частных домах.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sz="2000" b="1" i="0" dirty="0">
                <a:solidFill>
                  <a:srgbClr val="2E2F30"/>
                </a:solidFill>
                <a:effectLst/>
              </a:rPr>
              <a:t>Анализ поведения. </a:t>
            </a:r>
            <a:r>
              <a:rPr lang="ru-RU" sz="2000" i="0" dirty="0">
                <a:solidFill>
                  <a:srgbClr val="2E2F30"/>
                </a:solidFill>
                <a:effectLst/>
              </a:rPr>
              <a:t>Системы, отслеживающие движение людей и объектов, помогают оптимизировать торговые площади, улучшая покупательский опыт и увеличивая доходы бизнеса.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E1017D7-D7C7-FEB2-52B1-52CFD05F3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4391C-B8C0-B24A-A837-316267417444}" type="slidenum">
              <a:rPr lang="ru-RU" smtClean="0"/>
              <a:t>15</a:t>
            </a:fld>
            <a:endParaRPr lang="ru-RU"/>
          </a:p>
        </p:txBody>
      </p:sp>
      <p:pic>
        <p:nvPicPr>
          <p:cNvPr id="5" name="Image 1">
            <a:extLst>
              <a:ext uri="{FF2B5EF4-FFF2-40B4-BE49-F238E27FC236}">
                <a16:creationId xmlns:a16="http://schemas.microsoft.com/office/drawing/2014/main" id="{F639851C-3CCE-233A-5828-F1DBD982C83F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52243" y="1640592"/>
            <a:ext cx="3255413" cy="4883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0554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3C1A9E-24E6-31D9-F9A0-E6046D317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D9305-69BE-4C41-BD9E-57B4AE32E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000" y="900000"/>
            <a:ext cx="10743360" cy="740592"/>
          </a:xfrm>
        </p:spPr>
        <p:txBody>
          <a:bodyPr anchor="t" anchorCtr="0"/>
          <a:lstStyle/>
          <a:p>
            <a:r>
              <a:rPr lang="ru-RU" dirty="0">
                <a:solidFill>
                  <a:srgbClr val="2E2F30"/>
                </a:solidFill>
              </a:rPr>
              <a:t>Алгоритмы компьютерного зрения</a:t>
            </a:r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F3775C-D534-3AFD-0D64-5708032673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3923" y="1640592"/>
            <a:ext cx="10743360" cy="4288570"/>
          </a:xfrm>
        </p:spPr>
        <p:txBody>
          <a:bodyPr/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sz="2800" b="1" dirty="0">
                <a:solidFill>
                  <a:srgbClr val="2E2F30"/>
                </a:solidFill>
              </a:rPr>
              <a:t>Обработка изображений. </a:t>
            </a:r>
            <a:r>
              <a:rPr lang="ru-RU" sz="2800" dirty="0">
                <a:solidFill>
                  <a:srgbClr val="2E2F30"/>
                </a:solidFill>
              </a:rPr>
              <a:t>Включает в себя фильтрацию, сегментацию и распознавание объектов, что позволяет выделять важные элементы из изображения.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sz="2800" b="1" dirty="0">
                <a:solidFill>
                  <a:srgbClr val="2E2F30"/>
                </a:solidFill>
              </a:rPr>
              <a:t>Глубокое обучение. </a:t>
            </a:r>
            <a:r>
              <a:rPr lang="ru-RU" sz="2800" dirty="0">
                <a:solidFill>
                  <a:srgbClr val="2E2F30"/>
                </a:solidFill>
              </a:rPr>
              <a:t>Нейронные сети, особенно </a:t>
            </a:r>
            <a:r>
              <a:rPr lang="ru-RU" sz="2800" dirty="0" err="1">
                <a:solidFill>
                  <a:srgbClr val="2E2F30"/>
                </a:solidFill>
              </a:rPr>
              <a:t>сверточные</a:t>
            </a:r>
            <a:r>
              <a:rPr lang="ru-RU" sz="2800" dirty="0">
                <a:solidFill>
                  <a:srgbClr val="2E2F30"/>
                </a:solidFill>
              </a:rPr>
              <a:t> нейронные сети (CNN), используются для повышения точности распознавания и анализа изображений, позволяя решать сложные задачи, такие как классификация и детектирование объектов.</a:t>
            </a:r>
            <a:endParaRPr lang="ru-RU" sz="2800" i="0" dirty="0">
              <a:solidFill>
                <a:srgbClr val="2E2F30"/>
              </a:solidFill>
              <a:effectLst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DB5F75D-8DA5-2B72-C235-955E7953B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4391C-B8C0-B24A-A837-316267417444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00663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283B779-785B-C549-98BC-FD63CEA37A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1417" y="2209157"/>
            <a:ext cx="10423443" cy="1211112"/>
          </a:xfrm>
        </p:spPr>
        <p:txBody>
          <a:bodyPr/>
          <a:lstStyle/>
          <a:p>
            <a:pPr algn="ctr"/>
            <a:br>
              <a:rPr lang="ru-RU" b="1" dirty="0">
                <a:solidFill>
                  <a:schemeClr val="tx1"/>
                </a:solidFill>
              </a:rPr>
            </a:br>
            <a:r>
              <a:rPr lang="ru-RU" b="1" dirty="0">
                <a:solidFill>
                  <a:schemeClr val="tx1"/>
                </a:solidFill>
              </a:rPr>
              <a:t>Машинное обучение для Интернета вещей и мобильных устройств </a:t>
            </a:r>
          </a:p>
          <a:p>
            <a:pPr algn="ctr"/>
            <a:r>
              <a:rPr lang="ru-RU" b="1" dirty="0">
                <a:solidFill>
                  <a:schemeClr val="tx1"/>
                </a:solidFill>
              </a:rPr>
              <a:t>Лекция 1</a:t>
            </a:r>
            <a:endParaRPr lang="ru-RU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29D0BB-8804-7B41-9155-FB8E9E7E9C6A}"/>
              </a:ext>
            </a:extLst>
          </p:cNvPr>
          <p:cNvSpPr txBox="1"/>
          <p:nvPr/>
        </p:nvSpPr>
        <p:spPr>
          <a:xfrm>
            <a:off x="913800" y="6125935"/>
            <a:ext cx="2146926" cy="338554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ru-RU" sz="140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Москва</a:t>
            </a:r>
            <a:endParaRPr lang="ru-RU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554B461-B1EF-4C2F-B85C-61C1A216FF74}"/>
              </a:ext>
            </a:extLst>
          </p:cNvPr>
          <p:cNvSpPr txBox="1">
            <a:spLocks/>
          </p:cNvSpPr>
          <p:nvPr/>
        </p:nvSpPr>
        <p:spPr>
          <a:xfrm>
            <a:off x="5757964" y="6268932"/>
            <a:ext cx="1090706" cy="488214"/>
          </a:xfrm>
          <a:prstGeom prst="rect">
            <a:avLst/>
          </a:prstGeom>
          <a:solidFill>
            <a:schemeClr val="bg1"/>
          </a:solidFill>
        </p:spPr>
        <p:txBody>
          <a:bodyPr vert="horz" lIns="0" tIns="0" rIns="0" bIns="0" rtlCol="0" anchor="b" anchorCtr="0">
            <a:noAutofit/>
          </a:bodyPr>
          <a:lstStyle>
            <a:lvl1pPr algn="l" defTabSz="91211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ru-RU" sz="1600" dirty="0">
                <a:solidFill>
                  <a:schemeClr val="tx1"/>
                </a:solidFill>
              </a:rPr>
              <a:t>Москва</a:t>
            </a:r>
          </a:p>
          <a:p>
            <a:pPr algn="ctr"/>
            <a:r>
              <a:rPr lang="ru-RU" sz="1600" dirty="0">
                <a:solidFill>
                  <a:schemeClr val="tx1"/>
                </a:solidFill>
              </a:rPr>
              <a:t>202</a:t>
            </a:r>
            <a:r>
              <a:rPr lang="en-US" sz="1600" dirty="0">
                <a:solidFill>
                  <a:schemeClr val="tx1"/>
                </a:solidFill>
              </a:rPr>
              <a:t>6</a:t>
            </a:r>
            <a:endParaRPr lang="ru-RU" sz="1600" dirty="0">
              <a:solidFill>
                <a:schemeClr val="tx1"/>
              </a:solidFill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CBC5CF70-79B2-4A30-B2E2-979DD981D5A2}"/>
              </a:ext>
            </a:extLst>
          </p:cNvPr>
          <p:cNvSpPr txBox="1">
            <a:spLocks/>
          </p:cNvSpPr>
          <p:nvPr/>
        </p:nvSpPr>
        <p:spPr>
          <a:xfrm>
            <a:off x="1514638" y="5057820"/>
            <a:ext cx="10423443" cy="74855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2114" rtl="0" eaLnBrk="1" latinLnBrk="0" hangingPunct="1">
              <a:lnSpc>
                <a:spcPct val="100000"/>
              </a:lnSpc>
              <a:spcBef>
                <a:spcPts val="998"/>
              </a:spcBef>
              <a:buFont typeface="Arial" panose="020B0604020202020204" pitchFamily="34" charset="0"/>
              <a:buNone/>
              <a:defRPr sz="2394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6057" indent="0" algn="ctr" defTabSz="912114" rtl="0" eaLnBrk="1" latinLnBrk="0" hangingPunct="1">
              <a:lnSpc>
                <a:spcPct val="100000"/>
              </a:lnSpc>
              <a:spcBef>
                <a:spcPts val="499"/>
              </a:spcBef>
              <a:buFont typeface="Arial" panose="020B0604020202020204" pitchFamily="34" charset="0"/>
              <a:buNone/>
              <a:defRPr sz="1995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2114" indent="0" algn="ctr" defTabSz="912114" rtl="0" eaLnBrk="1" latinLnBrk="0" hangingPunct="1">
              <a:lnSpc>
                <a:spcPct val="100000"/>
              </a:lnSpc>
              <a:spcBef>
                <a:spcPts val="499"/>
              </a:spcBef>
              <a:buFont typeface="Arial" panose="020B0604020202020204" pitchFamily="34" charset="0"/>
              <a:buNone/>
              <a:defRPr sz="1795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68171" indent="0" algn="ctr" defTabSz="912114" rtl="0" eaLnBrk="1" latinLnBrk="0" hangingPunct="1">
              <a:lnSpc>
                <a:spcPct val="100000"/>
              </a:lnSpc>
              <a:spcBef>
                <a:spcPts val="499"/>
              </a:spcBef>
              <a:buFont typeface="Arial" panose="020B0604020202020204" pitchFamily="34" charset="0"/>
              <a:buNone/>
              <a:defRPr sz="1596" kern="1200">
                <a:solidFill>
                  <a:srgbClr val="6D6D6D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4228" indent="0" algn="ctr" defTabSz="912114" rtl="0" eaLnBrk="1" latinLnBrk="0" hangingPunct="1">
              <a:lnSpc>
                <a:spcPct val="100000"/>
              </a:lnSpc>
              <a:spcBef>
                <a:spcPts val="499"/>
              </a:spcBef>
              <a:buFont typeface="Arial" panose="020B0604020202020204" pitchFamily="34" charset="0"/>
              <a:buNone/>
              <a:defRPr sz="1596" kern="1200">
                <a:solidFill>
                  <a:srgbClr val="6D6D6D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0285" indent="0" algn="ctr" defTabSz="912114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None/>
              <a:defRPr sz="159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36342" indent="0" algn="ctr" defTabSz="912114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None/>
              <a:defRPr sz="159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2399" indent="0" algn="ctr" defTabSz="912114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None/>
              <a:defRPr sz="159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48456" indent="0" algn="ctr" defTabSz="912114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None/>
              <a:defRPr sz="159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ru-RU" sz="1600" dirty="0">
              <a:solidFill>
                <a:schemeClr val="tx1"/>
              </a:solidFill>
            </a:endParaRPr>
          </a:p>
          <a:p>
            <a:pPr algn="r"/>
            <a:r>
              <a:rPr lang="ru-RU" sz="1600" dirty="0">
                <a:solidFill>
                  <a:schemeClr val="tx1"/>
                </a:solidFill>
              </a:rPr>
              <a:t>Преподаватель: Бочкарёв Пётр Владимирович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9103180E-FB5C-4CB7-9738-63947DF4B87F}"/>
              </a:ext>
            </a:extLst>
          </p:cNvPr>
          <p:cNvSpPr txBox="1">
            <a:spLocks/>
          </p:cNvSpPr>
          <p:nvPr/>
        </p:nvSpPr>
        <p:spPr>
          <a:xfrm>
            <a:off x="913800" y="194108"/>
            <a:ext cx="10423443" cy="282165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2114" rtl="0" eaLnBrk="1" latinLnBrk="0" hangingPunct="1">
              <a:lnSpc>
                <a:spcPct val="100000"/>
              </a:lnSpc>
              <a:spcBef>
                <a:spcPts val="998"/>
              </a:spcBef>
              <a:buFont typeface="Arial" panose="020B0604020202020204" pitchFamily="34" charset="0"/>
              <a:buNone/>
              <a:defRPr sz="2394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6057" indent="0" algn="ctr" defTabSz="912114" rtl="0" eaLnBrk="1" latinLnBrk="0" hangingPunct="1">
              <a:lnSpc>
                <a:spcPct val="100000"/>
              </a:lnSpc>
              <a:spcBef>
                <a:spcPts val="499"/>
              </a:spcBef>
              <a:buFont typeface="Arial" panose="020B0604020202020204" pitchFamily="34" charset="0"/>
              <a:buNone/>
              <a:defRPr sz="1995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2114" indent="0" algn="ctr" defTabSz="912114" rtl="0" eaLnBrk="1" latinLnBrk="0" hangingPunct="1">
              <a:lnSpc>
                <a:spcPct val="100000"/>
              </a:lnSpc>
              <a:spcBef>
                <a:spcPts val="499"/>
              </a:spcBef>
              <a:buFont typeface="Arial" panose="020B0604020202020204" pitchFamily="34" charset="0"/>
              <a:buNone/>
              <a:defRPr sz="1795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68171" indent="0" algn="ctr" defTabSz="912114" rtl="0" eaLnBrk="1" latinLnBrk="0" hangingPunct="1">
              <a:lnSpc>
                <a:spcPct val="100000"/>
              </a:lnSpc>
              <a:spcBef>
                <a:spcPts val="499"/>
              </a:spcBef>
              <a:buFont typeface="Arial" panose="020B0604020202020204" pitchFamily="34" charset="0"/>
              <a:buNone/>
              <a:defRPr sz="1596" kern="1200">
                <a:solidFill>
                  <a:srgbClr val="6D6D6D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4228" indent="0" algn="ctr" defTabSz="912114" rtl="0" eaLnBrk="1" latinLnBrk="0" hangingPunct="1">
              <a:lnSpc>
                <a:spcPct val="100000"/>
              </a:lnSpc>
              <a:spcBef>
                <a:spcPts val="499"/>
              </a:spcBef>
              <a:buFont typeface="Arial" panose="020B0604020202020204" pitchFamily="34" charset="0"/>
              <a:buNone/>
              <a:defRPr sz="1596" kern="1200">
                <a:solidFill>
                  <a:srgbClr val="6D6D6D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0285" indent="0" algn="ctr" defTabSz="912114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None/>
              <a:defRPr sz="159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36342" indent="0" algn="ctr" defTabSz="912114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None/>
              <a:defRPr sz="159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2399" indent="0" algn="ctr" defTabSz="912114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None/>
              <a:defRPr sz="159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48456" indent="0" algn="ctr" defTabSz="912114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None/>
              <a:defRPr sz="159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1200" dirty="0">
                <a:solidFill>
                  <a:schemeClr val="tx1"/>
                </a:solidFill>
              </a:rPr>
              <a:t>Федеральное государственное бюджетное образовательное учреждение высшего образования</a:t>
            </a:r>
            <a:br>
              <a:rPr lang="ru-RU" sz="1200" dirty="0">
                <a:solidFill>
                  <a:schemeClr val="tx1"/>
                </a:solidFill>
              </a:rPr>
            </a:br>
            <a:r>
              <a:rPr lang="ru-RU" sz="1200" dirty="0">
                <a:solidFill>
                  <a:schemeClr val="tx1"/>
                </a:solidFill>
              </a:rPr>
              <a:t>“РОССИЙСКАЯ АКАДЕМИЯ НАРОДНОГО ХОЗЯЙСТВА </a:t>
            </a:r>
            <a:br>
              <a:rPr lang="ru-RU" sz="1200" dirty="0">
                <a:solidFill>
                  <a:schemeClr val="tx1"/>
                </a:solidFill>
              </a:rPr>
            </a:br>
            <a:r>
              <a:rPr lang="ru-RU" sz="1200" dirty="0">
                <a:solidFill>
                  <a:schemeClr val="tx1"/>
                </a:solidFill>
              </a:rPr>
              <a:t>И ГОСУДАРСТВЕННОЙ СЛУЖБЫ при ПРЕЗИДЕНТЕ РОССИЙСКОЙ ФЕДЕРАЦИИ”</a:t>
            </a:r>
            <a:br>
              <a:rPr lang="ru-RU" sz="1200" dirty="0">
                <a:solidFill>
                  <a:schemeClr val="tx1"/>
                </a:solidFill>
              </a:rPr>
            </a:br>
            <a:br>
              <a:rPr lang="ru-RU" sz="1200" dirty="0">
                <a:solidFill>
                  <a:schemeClr val="tx1"/>
                </a:solidFill>
              </a:rPr>
            </a:br>
            <a:r>
              <a:rPr lang="ru-RU" sz="1200" dirty="0">
                <a:solidFill>
                  <a:schemeClr val="tx1"/>
                </a:solidFill>
              </a:rPr>
              <a:t>Институт экономики, математики и информационных технологий</a:t>
            </a:r>
            <a:br>
              <a:rPr lang="ru-RU" sz="1200" dirty="0">
                <a:solidFill>
                  <a:schemeClr val="tx1"/>
                </a:solidFill>
              </a:rPr>
            </a:br>
            <a:r>
              <a:rPr lang="ru-RU" sz="1200" dirty="0">
                <a:solidFill>
                  <a:schemeClr val="tx1"/>
                </a:solidFill>
              </a:rPr>
              <a:t>Факультет информационных технологий и анализа данных</a:t>
            </a:r>
            <a:br>
              <a:rPr lang="ru-RU" sz="1200" dirty="0">
                <a:solidFill>
                  <a:schemeClr val="tx1"/>
                </a:solidFill>
              </a:rPr>
            </a:br>
            <a:r>
              <a:rPr lang="ru-RU" sz="1200" dirty="0">
                <a:solidFill>
                  <a:schemeClr val="tx1"/>
                </a:solidFill>
              </a:rPr>
              <a:t>Кафедра системного анализа и информатики</a:t>
            </a:r>
            <a:br>
              <a:rPr lang="ru-RU" sz="1200" dirty="0">
                <a:solidFill>
                  <a:schemeClr val="tx1"/>
                </a:solidFill>
              </a:rPr>
            </a:br>
            <a:br>
              <a:rPr lang="ru-RU" sz="1200" dirty="0">
                <a:solidFill>
                  <a:schemeClr val="tx1"/>
                </a:solidFill>
              </a:rPr>
            </a:br>
            <a:r>
              <a:rPr lang="ru-RU" sz="1200" dirty="0">
                <a:solidFill>
                  <a:schemeClr val="tx1"/>
                </a:solidFill>
              </a:rPr>
              <a:t> </a:t>
            </a:r>
            <a:br>
              <a:rPr lang="ru-RU" sz="1200" dirty="0">
                <a:solidFill>
                  <a:schemeClr val="tx1"/>
                </a:solidFill>
              </a:rPr>
            </a:br>
            <a:br>
              <a:rPr lang="ru-RU" sz="2000" dirty="0">
                <a:solidFill>
                  <a:schemeClr val="tx1"/>
                </a:solidFill>
              </a:rPr>
            </a:br>
            <a:endParaRPr lang="ru-RU" b="1" dirty="0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F353FB73-C0CA-45DC-9C1E-2C10FCBA219D}"/>
              </a:ext>
            </a:extLst>
          </p:cNvPr>
          <p:cNvSpPr/>
          <p:nvPr/>
        </p:nvSpPr>
        <p:spPr>
          <a:xfrm>
            <a:off x="3240087" y="3995543"/>
            <a:ext cx="6480175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ru-RU" sz="1200" dirty="0"/>
              <a:t>Направление подготовки: 09.04.03 Прикладная информатика</a:t>
            </a:r>
          </a:p>
          <a:p>
            <a:pPr algn="ctr"/>
            <a:r>
              <a:rPr lang="ru-RU" sz="1200" dirty="0"/>
              <a:t>Направленность (профиль) образовательной программы:</a:t>
            </a:r>
          </a:p>
          <a:p>
            <a:pPr algn="ctr"/>
            <a:r>
              <a:rPr lang="ru-RU" sz="1200" dirty="0"/>
              <a:t>«Анализ данных и искусственный интеллект»</a:t>
            </a:r>
          </a:p>
          <a:p>
            <a:pPr algn="ctr"/>
            <a:r>
              <a:rPr lang="ru-RU" sz="1200" dirty="0"/>
              <a:t>(очная форма обучения)</a:t>
            </a:r>
          </a:p>
        </p:txBody>
      </p:sp>
    </p:spTree>
    <p:extLst>
      <p:ext uri="{BB962C8B-B14F-4D97-AF65-F5344CB8AC3E}">
        <p14:creationId xmlns:p14="http://schemas.microsoft.com/office/powerpoint/2010/main" val="10663724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RANEPA_education">
      <a:dk1>
        <a:srgbClr val="000000"/>
      </a:dk1>
      <a:lt1>
        <a:srgbClr val="FFFFFF"/>
      </a:lt1>
      <a:dk2>
        <a:srgbClr val="404040"/>
      </a:dk2>
      <a:lt2>
        <a:srgbClr val="E7E6E6"/>
      </a:lt2>
      <a:accent1>
        <a:srgbClr val="FF5C36"/>
      </a:accent1>
      <a:accent2>
        <a:srgbClr val="ED7D31"/>
      </a:accent2>
      <a:accent3>
        <a:srgbClr val="879DC1"/>
      </a:accent3>
      <a:accent4>
        <a:srgbClr val="A30236"/>
      </a:accent4>
      <a:accent5>
        <a:srgbClr val="3F5CBD"/>
      </a:accent5>
      <a:accent6>
        <a:srgbClr val="12A3AD"/>
      </a:accent6>
      <a:hlink>
        <a:srgbClr val="6D6D6D"/>
      </a:hlink>
      <a:folHlink>
        <a:srgbClr val="AFABAB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3671</TotalTime>
  <Words>1287</Words>
  <Application>Microsoft Office PowerPoint</Application>
  <PresentationFormat>Произвольный</PresentationFormat>
  <Paragraphs>90</Paragraphs>
  <Slides>17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1" baseType="lpstr">
      <vt:lpstr>Arial</vt:lpstr>
      <vt:lpstr>Calibri</vt:lpstr>
      <vt:lpstr>system-ui</vt:lpstr>
      <vt:lpstr>Тема Office</vt:lpstr>
      <vt:lpstr>Презентация PowerPoint</vt:lpstr>
      <vt:lpstr>Содержание:</vt:lpstr>
      <vt:lpstr>Интернет вещей</vt:lpstr>
      <vt:lpstr>Интернет вещей</vt:lpstr>
      <vt:lpstr>Интернет вещей </vt:lpstr>
      <vt:lpstr>Применение интернета вещей в быту</vt:lpstr>
      <vt:lpstr>Применение интернета вещей в промышленности</vt:lpstr>
      <vt:lpstr>Применение интернет вещей в сельском хозяйстве</vt:lpstr>
      <vt:lpstr>Применение интернет вещей в транспорте</vt:lpstr>
      <vt:lpstr>Введение в машинное обучение</vt:lpstr>
      <vt:lpstr>Роль машинного обучения в IoT</vt:lpstr>
      <vt:lpstr>Роль машинного обучения в IoT</vt:lpstr>
      <vt:lpstr>Примеры использования машинного обучения в IoT</vt:lpstr>
      <vt:lpstr>Введение в компьютерное зрение</vt:lpstr>
      <vt:lpstr>Компьютерное зрение в IoT в различных областях:</vt:lpstr>
      <vt:lpstr>Алгоритмы компьютерного зрения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Microsoft Office User</dc:creator>
  <cp:lastModifiedBy>Пётр Бочкарёв</cp:lastModifiedBy>
  <cp:revision>268</cp:revision>
  <dcterms:created xsi:type="dcterms:W3CDTF">2022-10-16T16:54:41Z</dcterms:created>
  <dcterms:modified xsi:type="dcterms:W3CDTF">2026-04-15T11:34:25Z</dcterms:modified>
</cp:coreProperties>
</file>